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62" d="100"/>
          <a:sy n="62" d="100"/>
        </p:scale>
        <p:origin x="42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70C49F-0490-4E21-8463-5FDDAC7993E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1250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2EB774-6B8B-4CB6-9DA8-A001AE67C313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2591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9514A2-7B5B-4ABA-B789-94E96601861A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9430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81BC1F-D73E-4AF4-8547-97FB7B193DA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6600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53ED00-E251-4BAC-A1DF-6487EE5FCDD8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254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28008C-8260-47AB-B0E4-A0C8A6543D29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542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3445F3-1C1B-4B36-A57F-5866B58AC999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95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32766C-D373-49F4-AEAE-743B817A1599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390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B5B18B-19AE-40F6-93E7-D1D530EA86F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3729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489D54-16AE-43A9-8FD7-0AFB7B83EA4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5013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D01A6D-6F3E-4BA7-9724-478E332CCBA1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1052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184AD88-9E18-4C9D-AE28-9B58DA04DE58}" type="slidenum">
              <a:rPr lang="en-U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4544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7391400" y="3429000"/>
            <a:ext cx="3276600" cy="1905000"/>
          </a:xfrm>
        </p:spPr>
        <p:txBody>
          <a:bodyPr/>
          <a:lstStyle/>
          <a:p>
            <a:pPr eaLnBrk="1" hangingPunct="1"/>
            <a:r>
              <a:rPr lang="en-US" altLang="ko-KR" sz="2400" b="1">
                <a:ea typeface="Gulim" panose="020B0600000101010101" pitchFamily="34" charset="-127"/>
              </a:rPr>
              <a:t>Flow Chart 3</a:t>
            </a:r>
            <a:r>
              <a:rPr lang="en-US" altLang="ko-KR" sz="2400">
                <a:ea typeface="Gulim" panose="020B0600000101010101" pitchFamily="34" charset="-127"/>
              </a:rPr>
              <a:t>:  </a:t>
            </a:r>
            <a:r>
              <a:rPr lang="en-US" altLang="ko-KR" sz="2400" b="1">
                <a:ea typeface="Gulim" panose="020B0600000101010101" pitchFamily="34" charset="-127"/>
              </a:rPr>
              <a:t>A simple flow diagram - The mail order process</a:t>
            </a:r>
            <a:endParaRPr lang="en-US" sz="2400" b="1"/>
          </a:p>
        </p:txBody>
      </p: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4405314" y="6126164"/>
            <a:ext cx="547687" cy="2746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YES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172" name="Text Box 5"/>
          <p:cNvSpPr txBox="1">
            <a:spLocks noChangeArrowheads="1"/>
          </p:cNvSpPr>
          <p:nvPr/>
        </p:nvSpPr>
        <p:spPr bwMode="auto">
          <a:xfrm>
            <a:off x="4405314" y="3657600"/>
            <a:ext cx="547687" cy="273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YES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173" name="Text Box 6"/>
          <p:cNvSpPr txBox="1">
            <a:spLocks noChangeArrowheads="1"/>
          </p:cNvSpPr>
          <p:nvPr/>
        </p:nvSpPr>
        <p:spPr bwMode="auto">
          <a:xfrm>
            <a:off x="3124200" y="2833689"/>
            <a:ext cx="427038" cy="2746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NO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174" name="Text Box 7"/>
          <p:cNvSpPr txBox="1">
            <a:spLocks noChangeArrowheads="1"/>
          </p:cNvSpPr>
          <p:nvPr/>
        </p:nvSpPr>
        <p:spPr bwMode="auto">
          <a:xfrm>
            <a:off x="4770439" y="5486400"/>
            <a:ext cx="427037" cy="273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NO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175" name="AutoShape 8"/>
          <p:cNvSpPr>
            <a:spLocks noChangeArrowheads="1"/>
          </p:cNvSpPr>
          <p:nvPr/>
        </p:nvSpPr>
        <p:spPr bwMode="auto">
          <a:xfrm>
            <a:off x="3856038" y="90488"/>
            <a:ext cx="914400" cy="366712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BEGIN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176" name="Rectangle 9"/>
          <p:cNvSpPr>
            <a:spLocks noChangeArrowheads="1"/>
          </p:cNvSpPr>
          <p:nvPr/>
        </p:nvSpPr>
        <p:spPr bwMode="auto">
          <a:xfrm>
            <a:off x="3581401" y="639763"/>
            <a:ext cx="146367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FILL OUT</a:t>
            </a: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ORDER FORM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177" name="Rectangle 10"/>
          <p:cNvSpPr>
            <a:spLocks noChangeArrowheads="1"/>
          </p:cNvSpPr>
          <p:nvPr/>
        </p:nvSpPr>
        <p:spPr bwMode="auto">
          <a:xfrm>
            <a:off x="3581401" y="1828800"/>
            <a:ext cx="146367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RECEIVE ORDER;</a:t>
            </a: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INSPECT IT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178" name="Rectangle 11"/>
          <p:cNvSpPr>
            <a:spLocks noChangeArrowheads="1"/>
          </p:cNvSpPr>
          <p:nvPr/>
        </p:nvSpPr>
        <p:spPr bwMode="auto">
          <a:xfrm>
            <a:off x="3581401" y="3930650"/>
            <a:ext cx="146367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SHIP GOODS TO CUSTOMER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179" name="Rectangle 12"/>
          <p:cNvSpPr>
            <a:spLocks noChangeArrowheads="1"/>
          </p:cNvSpPr>
          <p:nvPr/>
        </p:nvSpPr>
        <p:spPr bwMode="auto">
          <a:xfrm>
            <a:off x="3581401" y="4572000"/>
            <a:ext cx="146367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RECEIVE GOODS; INSPECT THEM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180" name="Rectangle 13"/>
          <p:cNvSpPr>
            <a:spLocks noChangeArrowheads="1"/>
          </p:cNvSpPr>
          <p:nvPr/>
        </p:nvSpPr>
        <p:spPr bwMode="auto">
          <a:xfrm>
            <a:off x="5319714" y="1828800"/>
            <a:ext cx="127952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PROCESS THE COMPLAINT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181" name="Rectangle 14"/>
          <p:cNvSpPr>
            <a:spLocks noChangeArrowheads="1"/>
          </p:cNvSpPr>
          <p:nvPr/>
        </p:nvSpPr>
        <p:spPr bwMode="auto">
          <a:xfrm>
            <a:off x="5227639" y="5576888"/>
            <a:ext cx="146367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COMPLAIN TO SUPPLIER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182" name="Rectangle 15"/>
          <p:cNvSpPr>
            <a:spLocks noChangeArrowheads="1"/>
          </p:cNvSpPr>
          <p:nvPr/>
        </p:nvSpPr>
        <p:spPr bwMode="auto">
          <a:xfrm>
            <a:off x="3581401" y="1279526"/>
            <a:ext cx="1463675" cy="3651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SUBMIT ORDER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183" name="AutoShape 16"/>
          <p:cNvSpPr>
            <a:spLocks noChangeArrowheads="1"/>
          </p:cNvSpPr>
          <p:nvPr/>
        </p:nvSpPr>
        <p:spPr bwMode="auto">
          <a:xfrm>
            <a:off x="3856038" y="6491288"/>
            <a:ext cx="914400" cy="366712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END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184" name="AutoShape 17"/>
          <p:cNvSpPr>
            <a:spLocks noChangeArrowheads="1"/>
          </p:cNvSpPr>
          <p:nvPr/>
        </p:nvSpPr>
        <p:spPr bwMode="auto">
          <a:xfrm>
            <a:off x="3673476" y="5302250"/>
            <a:ext cx="1279525" cy="914400"/>
          </a:xfrm>
          <a:prstGeom prst="flowChartDecision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ko-KR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GOODS ACCEPT-ABLE?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185" name="AutoShape 18"/>
          <p:cNvSpPr>
            <a:spLocks noChangeArrowheads="1"/>
          </p:cNvSpPr>
          <p:nvPr/>
        </p:nvSpPr>
        <p:spPr bwMode="auto">
          <a:xfrm>
            <a:off x="3398838" y="2468564"/>
            <a:ext cx="2011362" cy="1279525"/>
          </a:xfrm>
          <a:prstGeom prst="flowChartDecision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zh-CN" sz="1100" dirty="0">
              <a:solidFill>
                <a:srgbClr val="000000"/>
              </a:solidFill>
              <a:latin typeface="Times New Roman" panose="02020603050405020304" pitchFamily="18" charset="0"/>
              <a:ea typeface="Batang" panose="02030600000101010101" pitchFamily="18" charset="-127"/>
            </a:endParaRP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INFORMATION</a:t>
            </a: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COMPLETE?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186" name="Rectangle 19"/>
          <p:cNvSpPr>
            <a:spLocks noChangeArrowheads="1"/>
          </p:cNvSpPr>
          <p:nvPr/>
        </p:nvSpPr>
        <p:spPr bwMode="auto">
          <a:xfrm>
            <a:off x="1844676" y="2833689"/>
            <a:ext cx="1279525" cy="5492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RETURN ORDER FORM TO CUSTOMER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187" name="Text Box 20"/>
          <p:cNvSpPr txBox="1">
            <a:spLocks noChangeArrowheads="1"/>
          </p:cNvSpPr>
          <p:nvPr/>
        </p:nvSpPr>
        <p:spPr bwMode="auto">
          <a:xfrm>
            <a:off x="6324600" y="3016250"/>
            <a:ext cx="118903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MAIL ORDER SUPPLIER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188" name="Text Box 21"/>
          <p:cNvSpPr txBox="1">
            <a:spLocks noChangeArrowheads="1"/>
          </p:cNvSpPr>
          <p:nvPr/>
        </p:nvSpPr>
        <p:spPr bwMode="auto">
          <a:xfrm>
            <a:off x="6234113" y="822325"/>
            <a:ext cx="118745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CUSTOMER (CLIENT)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189" name="Text Box 22"/>
          <p:cNvSpPr txBox="1">
            <a:spLocks noChangeArrowheads="1"/>
          </p:cNvSpPr>
          <p:nvPr/>
        </p:nvSpPr>
        <p:spPr bwMode="auto">
          <a:xfrm>
            <a:off x="6234113" y="5029200"/>
            <a:ext cx="118745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</a:rPr>
              <a:t>CUSTOMER (CLIENT)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7190" name="Line 23"/>
          <p:cNvSpPr>
            <a:spLocks noChangeShapeType="1"/>
          </p:cNvSpPr>
          <p:nvPr/>
        </p:nvSpPr>
        <p:spPr bwMode="auto">
          <a:xfrm>
            <a:off x="4313238" y="457201"/>
            <a:ext cx="0" cy="1825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191" name="Line 24"/>
          <p:cNvSpPr>
            <a:spLocks noChangeShapeType="1"/>
          </p:cNvSpPr>
          <p:nvPr/>
        </p:nvSpPr>
        <p:spPr bwMode="auto">
          <a:xfrm>
            <a:off x="4313238" y="1096963"/>
            <a:ext cx="0" cy="1825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192" name="Line 25"/>
          <p:cNvSpPr>
            <a:spLocks noChangeShapeType="1"/>
          </p:cNvSpPr>
          <p:nvPr/>
        </p:nvSpPr>
        <p:spPr bwMode="auto">
          <a:xfrm>
            <a:off x="4313238" y="1644650"/>
            <a:ext cx="0" cy="184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193" name="Line 26"/>
          <p:cNvSpPr>
            <a:spLocks noChangeShapeType="1"/>
          </p:cNvSpPr>
          <p:nvPr/>
        </p:nvSpPr>
        <p:spPr bwMode="auto">
          <a:xfrm>
            <a:off x="4313238" y="2286001"/>
            <a:ext cx="0" cy="1825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194" name="Line 27"/>
          <p:cNvSpPr>
            <a:spLocks noChangeShapeType="1"/>
          </p:cNvSpPr>
          <p:nvPr/>
        </p:nvSpPr>
        <p:spPr bwMode="auto">
          <a:xfrm>
            <a:off x="4313238" y="3748088"/>
            <a:ext cx="0" cy="1825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195" name="Line 28"/>
          <p:cNvSpPr>
            <a:spLocks noChangeShapeType="1"/>
          </p:cNvSpPr>
          <p:nvPr/>
        </p:nvSpPr>
        <p:spPr bwMode="auto">
          <a:xfrm>
            <a:off x="4313238" y="4387850"/>
            <a:ext cx="0" cy="184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196" name="Line 29"/>
          <p:cNvSpPr>
            <a:spLocks noChangeShapeType="1"/>
          </p:cNvSpPr>
          <p:nvPr/>
        </p:nvSpPr>
        <p:spPr bwMode="auto">
          <a:xfrm>
            <a:off x="4313238" y="5029200"/>
            <a:ext cx="0" cy="273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197" name="Line 30"/>
          <p:cNvSpPr>
            <a:spLocks noChangeShapeType="1"/>
          </p:cNvSpPr>
          <p:nvPr/>
        </p:nvSpPr>
        <p:spPr bwMode="auto">
          <a:xfrm>
            <a:off x="4313238" y="6216650"/>
            <a:ext cx="0" cy="2746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198" name="Line 31"/>
          <p:cNvSpPr>
            <a:spLocks noChangeShapeType="1"/>
          </p:cNvSpPr>
          <p:nvPr/>
        </p:nvSpPr>
        <p:spPr bwMode="auto">
          <a:xfrm>
            <a:off x="4953000" y="5759450"/>
            <a:ext cx="2746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199" name="Line 32"/>
          <p:cNvSpPr>
            <a:spLocks noChangeShapeType="1"/>
          </p:cNvSpPr>
          <p:nvPr/>
        </p:nvSpPr>
        <p:spPr bwMode="auto">
          <a:xfrm flipH="1">
            <a:off x="3124200" y="3108325"/>
            <a:ext cx="2746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200" name="Line 33"/>
          <p:cNvSpPr>
            <a:spLocks noChangeShapeType="1"/>
          </p:cNvSpPr>
          <p:nvPr/>
        </p:nvSpPr>
        <p:spPr bwMode="auto">
          <a:xfrm flipV="1">
            <a:off x="2484438" y="822326"/>
            <a:ext cx="0" cy="20113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201" name="Line 34"/>
          <p:cNvSpPr>
            <a:spLocks noChangeShapeType="1"/>
          </p:cNvSpPr>
          <p:nvPr/>
        </p:nvSpPr>
        <p:spPr bwMode="auto">
          <a:xfrm>
            <a:off x="2484438" y="822325"/>
            <a:ext cx="109696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202" name="Line 35"/>
          <p:cNvSpPr>
            <a:spLocks noChangeShapeType="1"/>
          </p:cNvSpPr>
          <p:nvPr/>
        </p:nvSpPr>
        <p:spPr bwMode="auto">
          <a:xfrm>
            <a:off x="4405313" y="547688"/>
            <a:ext cx="301625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203" name="Line 36"/>
          <p:cNvSpPr>
            <a:spLocks noChangeShapeType="1"/>
          </p:cNvSpPr>
          <p:nvPr/>
        </p:nvSpPr>
        <p:spPr bwMode="auto">
          <a:xfrm>
            <a:off x="4495801" y="1736725"/>
            <a:ext cx="2925763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204" name="Line 37"/>
          <p:cNvSpPr>
            <a:spLocks noChangeShapeType="1"/>
          </p:cNvSpPr>
          <p:nvPr/>
        </p:nvSpPr>
        <p:spPr bwMode="auto">
          <a:xfrm>
            <a:off x="4405313" y="4479925"/>
            <a:ext cx="2925762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205" name="Line 38"/>
          <p:cNvSpPr>
            <a:spLocks noChangeShapeType="1"/>
          </p:cNvSpPr>
          <p:nvPr/>
        </p:nvSpPr>
        <p:spPr bwMode="auto">
          <a:xfrm>
            <a:off x="4495801" y="6400800"/>
            <a:ext cx="2925763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206" name="Line 39"/>
          <p:cNvSpPr>
            <a:spLocks noChangeShapeType="1"/>
          </p:cNvSpPr>
          <p:nvPr/>
        </p:nvSpPr>
        <p:spPr bwMode="auto">
          <a:xfrm flipV="1">
            <a:off x="6873875" y="4479925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207" name="Line 40"/>
          <p:cNvSpPr>
            <a:spLocks noChangeShapeType="1"/>
          </p:cNvSpPr>
          <p:nvPr/>
        </p:nvSpPr>
        <p:spPr bwMode="auto">
          <a:xfrm>
            <a:off x="6873875" y="5486400"/>
            <a:ext cx="0" cy="914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208" name="Line 41"/>
          <p:cNvSpPr>
            <a:spLocks noChangeShapeType="1"/>
          </p:cNvSpPr>
          <p:nvPr/>
        </p:nvSpPr>
        <p:spPr bwMode="auto">
          <a:xfrm flipV="1">
            <a:off x="6873875" y="1736726"/>
            <a:ext cx="0" cy="1279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209" name="Line 42"/>
          <p:cNvSpPr>
            <a:spLocks noChangeShapeType="1"/>
          </p:cNvSpPr>
          <p:nvPr/>
        </p:nvSpPr>
        <p:spPr bwMode="auto">
          <a:xfrm>
            <a:off x="6873875" y="3473451"/>
            <a:ext cx="0" cy="1006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210" name="Line 43"/>
          <p:cNvSpPr>
            <a:spLocks noChangeShapeType="1"/>
          </p:cNvSpPr>
          <p:nvPr/>
        </p:nvSpPr>
        <p:spPr bwMode="auto">
          <a:xfrm>
            <a:off x="6873875" y="1371601"/>
            <a:ext cx="0" cy="3651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211" name="Line 44"/>
          <p:cNvSpPr>
            <a:spLocks noChangeShapeType="1"/>
          </p:cNvSpPr>
          <p:nvPr/>
        </p:nvSpPr>
        <p:spPr bwMode="auto">
          <a:xfrm flipV="1">
            <a:off x="6873875" y="547689"/>
            <a:ext cx="0" cy="274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212" name="Line 45"/>
          <p:cNvSpPr>
            <a:spLocks noChangeShapeType="1"/>
          </p:cNvSpPr>
          <p:nvPr/>
        </p:nvSpPr>
        <p:spPr bwMode="auto">
          <a:xfrm flipH="1">
            <a:off x="5045075" y="2011363"/>
            <a:ext cx="2746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213" name="Line 46"/>
          <p:cNvSpPr>
            <a:spLocks noChangeShapeType="1"/>
          </p:cNvSpPr>
          <p:nvPr/>
        </p:nvSpPr>
        <p:spPr bwMode="auto">
          <a:xfrm flipV="1">
            <a:off x="5959475" y="2286000"/>
            <a:ext cx="0" cy="32908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09016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Batang</vt:lpstr>
      <vt:lpstr>Gulim</vt:lpstr>
      <vt:lpstr>Arial</vt:lpstr>
      <vt:lpstr>Calibri</vt:lpstr>
      <vt:lpstr>Times New Roman</vt:lpstr>
      <vt:lpstr>Default Design</vt:lpstr>
      <vt:lpstr>Flow Chart 3:  A simple flow diagram - The mail order process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 Chart 3:  A simple flow diagram - The mail order process</dc:title>
  <dc:creator>user</dc:creator>
  <cp:lastModifiedBy>user</cp:lastModifiedBy>
  <cp:revision>1</cp:revision>
  <dcterms:created xsi:type="dcterms:W3CDTF">2016-08-17T05:58:48Z</dcterms:created>
  <dcterms:modified xsi:type="dcterms:W3CDTF">2016-08-17T05:59:00Z</dcterms:modified>
</cp:coreProperties>
</file>