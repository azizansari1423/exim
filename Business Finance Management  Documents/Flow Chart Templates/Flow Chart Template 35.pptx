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0C49F-0490-4E21-8463-5FDDAC7993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0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EB774-6B8B-4CB6-9DA8-A001AE67C31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9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9514A2-7B5B-4ABA-B789-94E96601861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33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81BC1F-D73E-4AF4-8547-97FB7B193DA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54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3ED00-E251-4BAC-A1DF-6487EE5FCD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7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8008C-8260-47AB-B0E4-A0C8A6543D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8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445F3-1C1B-4B36-A57F-5866B58AC9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27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2766C-D373-49F4-AEAE-743B817A15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33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5B18B-19AE-40F6-93E7-D1D530EA86F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61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489D54-16AE-43A9-8FD7-0AFB7B83EA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73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01A6D-6F3E-4BA7-9724-478E332CCBA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5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84AD88-9E18-4C9D-AE28-9B58DA04DE58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4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00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0" y="2971800"/>
            <a:ext cx="3810000" cy="1143000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ea typeface="Gulim" panose="020B0600000101010101" pitchFamily="34" charset="-127"/>
              </a:rPr>
              <a:t>Flow Chart 2: “P.C. Board Flow”</a:t>
            </a:r>
            <a:r>
              <a:rPr lang="en-US" altLang="ko-KR" sz="2800" dirty="0">
                <a:ea typeface="Gulim" panose="020B0600000101010101" pitchFamily="34" charset="-127"/>
              </a:rPr>
              <a:t> </a:t>
            </a:r>
            <a:endParaRPr lang="en-US" sz="2800" dirty="0"/>
          </a:p>
        </p:txBody>
      </p:sp>
      <p:sp>
        <p:nvSpPr>
          <p:cNvPr id="6147" name="Oval 4"/>
          <p:cNvSpPr>
            <a:spLocks noChangeArrowheads="1"/>
          </p:cNvSpPr>
          <p:nvPr/>
        </p:nvSpPr>
        <p:spPr bwMode="auto">
          <a:xfrm>
            <a:off x="2286000" y="152401"/>
            <a:ext cx="2133600" cy="6397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Incoming Material:</a:t>
            </a:r>
          </a:p>
          <a:p>
            <a:pPr lvl="1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Components</a:t>
            </a:r>
          </a:p>
          <a:p>
            <a:pPr lvl="1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P.C. board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48" name="Line 6"/>
          <p:cNvSpPr>
            <a:spLocks noChangeShapeType="1"/>
          </p:cNvSpPr>
          <p:nvPr/>
        </p:nvSpPr>
        <p:spPr bwMode="auto">
          <a:xfrm flipV="1">
            <a:off x="3352800" y="792164"/>
            <a:ext cx="0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2286001" y="4541838"/>
            <a:ext cx="2043113" cy="2587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Post Assembly Touch-up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50" name="Line 8"/>
          <p:cNvSpPr>
            <a:spLocks noChangeShapeType="1"/>
          </p:cNvSpPr>
          <p:nvPr/>
        </p:nvSpPr>
        <p:spPr bwMode="auto">
          <a:xfrm>
            <a:off x="3352800" y="1798639"/>
            <a:ext cx="0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1" name="Line 9"/>
          <p:cNvSpPr>
            <a:spLocks noChangeShapeType="1"/>
          </p:cNvSpPr>
          <p:nvPr/>
        </p:nvSpPr>
        <p:spPr bwMode="auto">
          <a:xfrm>
            <a:off x="3352800" y="2803526"/>
            <a:ext cx="0" cy="92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2" name="Line 10"/>
          <p:cNvSpPr>
            <a:spLocks noChangeShapeType="1"/>
          </p:cNvSpPr>
          <p:nvPr/>
        </p:nvSpPr>
        <p:spPr bwMode="auto">
          <a:xfrm>
            <a:off x="3352800" y="3810001"/>
            <a:ext cx="0" cy="92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3" name="Line 11"/>
          <p:cNvSpPr>
            <a:spLocks noChangeShapeType="1"/>
          </p:cNvSpPr>
          <p:nvPr/>
        </p:nvSpPr>
        <p:spPr bwMode="auto">
          <a:xfrm>
            <a:off x="3352800" y="4816475"/>
            <a:ext cx="0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4" name="Line 12"/>
          <p:cNvSpPr>
            <a:spLocks noChangeShapeType="1"/>
          </p:cNvSpPr>
          <p:nvPr/>
        </p:nvSpPr>
        <p:spPr bwMode="auto">
          <a:xfrm>
            <a:off x="3352800" y="5456238"/>
            <a:ext cx="0" cy="182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5" name="Line 13"/>
          <p:cNvSpPr>
            <a:spLocks noChangeShapeType="1"/>
          </p:cNvSpPr>
          <p:nvPr/>
        </p:nvSpPr>
        <p:spPr bwMode="auto">
          <a:xfrm flipV="1">
            <a:off x="5181600" y="5546725"/>
            <a:ext cx="0" cy="184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6" name="Line 14"/>
          <p:cNvSpPr>
            <a:spLocks noChangeShapeType="1"/>
          </p:cNvSpPr>
          <p:nvPr/>
        </p:nvSpPr>
        <p:spPr bwMode="auto">
          <a:xfrm>
            <a:off x="4359275" y="3170238"/>
            <a:ext cx="2746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7" name="Line 15"/>
          <p:cNvSpPr>
            <a:spLocks noChangeShapeType="1"/>
          </p:cNvSpPr>
          <p:nvPr/>
        </p:nvSpPr>
        <p:spPr bwMode="auto">
          <a:xfrm>
            <a:off x="4267201" y="5181600"/>
            <a:ext cx="366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8" name="Text Box 16"/>
          <p:cNvSpPr txBox="1">
            <a:spLocks noChangeArrowheads="1"/>
          </p:cNvSpPr>
          <p:nvPr/>
        </p:nvSpPr>
        <p:spPr bwMode="auto">
          <a:xfrm>
            <a:off x="3444875" y="6096000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59" name="Text Box 17"/>
          <p:cNvSpPr txBox="1">
            <a:spLocks noChangeArrowheads="1"/>
          </p:cNvSpPr>
          <p:nvPr/>
        </p:nvSpPr>
        <p:spPr bwMode="auto">
          <a:xfrm>
            <a:off x="3535363" y="4267200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0" name="Text Box 18"/>
          <p:cNvSpPr txBox="1">
            <a:spLocks noChangeArrowheads="1"/>
          </p:cNvSpPr>
          <p:nvPr/>
        </p:nvSpPr>
        <p:spPr bwMode="auto">
          <a:xfrm>
            <a:off x="3444875" y="3260725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1" name="Text Box 19"/>
          <p:cNvSpPr txBox="1">
            <a:spLocks noChangeArrowheads="1"/>
          </p:cNvSpPr>
          <p:nvPr/>
        </p:nvSpPr>
        <p:spPr bwMode="auto">
          <a:xfrm>
            <a:off x="3444875" y="2346325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2" name="Text Box 20"/>
          <p:cNvSpPr txBox="1">
            <a:spLocks noChangeArrowheads="1"/>
          </p:cNvSpPr>
          <p:nvPr/>
        </p:nvSpPr>
        <p:spPr bwMode="auto">
          <a:xfrm>
            <a:off x="3444875" y="1339850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3" name="Oval 21"/>
          <p:cNvSpPr>
            <a:spLocks noChangeArrowheads="1"/>
          </p:cNvSpPr>
          <p:nvPr/>
        </p:nvSpPr>
        <p:spPr bwMode="auto">
          <a:xfrm>
            <a:off x="2987676" y="6462714"/>
            <a:ext cx="822325" cy="365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Ship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4" name="AutoShape 22"/>
          <p:cNvSpPr>
            <a:spLocks noChangeArrowheads="1"/>
          </p:cNvSpPr>
          <p:nvPr/>
        </p:nvSpPr>
        <p:spPr bwMode="auto">
          <a:xfrm>
            <a:off x="3078164" y="1889126"/>
            <a:ext cx="549275" cy="5492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Q.C.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5" name="AutoShape 23"/>
          <p:cNvSpPr>
            <a:spLocks noChangeArrowheads="1"/>
          </p:cNvSpPr>
          <p:nvPr/>
        </p:nvSpPr>
        <p:spPr bwMode="auto">
          <a:xfrm>
            <a:off x="3078164" y="4906964"/>
            <a:ext cx="549275" cy="5492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Q.C.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6" name="AutoShape 24"/>
          <p:cNvSpPr>
            <a:spLocks noChangeArrowheads="1"/>
          </p:cNvSpPr>
          <p:nvPr/>
        </p:nvSpPr>
        <p:spPr bwMode="auto">
          <a:xfrm>
            <a:off x="3078164" y="2895600"/>
            <a:ext cx="549275" cy="547688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Q.C.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7" name="AutoShape 25"/>
          <p:cNvSpPr>
            <a:spLocks noChangeArrowheads="1"/>
          </p:cNvSpPr>
          <p:nvPr/>
        </p:nvSpPr>
        <p:spPr bwMode="auto">
          <a:xfrm>
            <a:off x="2987675" y="5638801"/>
            <a:ext cx="731838" cy="5492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Auto Test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8" name="AutoShape 26"/>
          <p:cNvSpPr>
            <a:spLocks noChangeArrowheads="1"/>
          </p:cNvSpPr>
          <p:nvPr/>
        </p:nvSpPr>
        <p:spPr bwMode="auto">
          <a:xfrm rot="10800000" flipV="1">
            <a:off x="3078164" y="3902075"/>
            <a:ext cx="549275" cy="547688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Q.C.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69" name="AutoShape 27"/>
          <p:cNvSpPr>
            <a:spLocks noChangeArrowheads="1"/>
          </p:cNvSpPr>
          <p:nvPr/>
        </p:nvSpPr>
        <p:spPr bwMode="auto">
          <a:xfrm>
            <a:off x="2987675" y="882651"/>
            <a:ext cx="731838" cy="5492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Q.C.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0" name="Rectangle 28"/>
          <p:cNvSpPr>
            <a:spLocks noChangeArrowheads="1"/>
          </p:cNvSpPr>
          <p:nvPr/>
        </p:nvSpPr>
        <p:spPr bwMode="auto">
          <a:xfrm>
            <a:off x="2362200" y="3535364"/>
            <a:ext cx="1905000" cy="274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Wave Solder and Cleaning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1" name="Rectangle 29"/>
          <p:cNvSpPr>
            <a:spLocks noChangeArrowheads="1"/>
          </p:cNvSpPr>
          <p:nvPr/>
        </p:nvSpPr>
        <p:spPr bwMode="auto">
          <a:xfrm>
            <a:off x="2620963" y="2528889"/>
            <a:ext cx="1555750" cy="274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Hand Assembly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2" name="Rectangle 30"/>
          <p:cNvSpPr>
            <a:spLocks noChangeArrowheads="1"/>
          </p:cNvSpPr>
          <p:nvPr/>
        </p:nvSpPr>
        <p:spPr bwMode="auto">
          <a:xfrm>
            <a:off x="4816476" y="1981200"/>
            <a:ext cx="822325" cy="4270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Rework/Scrap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3" name="Rectangle 31"/>
          <p:cNvSpPr>
            <a:spLocks noChangeArrowheads="1"/>
          </p:cNvSpPr>
          <p:nvPr/>
        </p:nvSpPr>
        <p:spPr bwMode="auto">
          <a:xfrm>
            <a:off x="2620963" y="1524000"/>
            <a:ext cx="1555750" cy="2746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Auto Insertion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4" name="Rectangle 32"/>
          <p:cNvSpPr>
            <a:spLocks noChangeArrowheads="1"/>
          </p:cNvSpPr>
          <p:nvPr/>
        </p:nvSpPr>
        <p:spPr bwMode="auto">
          <a:xfrm>
            <a:off x="5913438" y="882650"/>
            <a:ext cx="944562" cy="579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Vendor Repaired Use as is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5" name="Line 33"/>
          <p:cNvSpPr>
            <a:spLocks noChangeShapeType="1"/>
          </p:cNvSpPr>
          <p:nvPr/>
        </p:nvSpPr>
        <p:spPr bwMode="auto">
          <a:xfrm>
            <a:off x="3352800" y="1431926"/>
            <a:ext cx="0" cy="92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76" name="Line 34"/>
          <p:cNvSpPr>
            <a:spLocks noChangeShapeType="1"/>
          </p:cNvSpPr>
          <p:nvPr/>
        </p:nvSpPr>
        <p:spPr bwMode="auto">
          <a:xfrm>
            <a:off x="3352800" y="2438400"/>
            <a:ext cx="0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77" name="Rectangle 35"/>
          <p:cNvSpPr>
            <a:spLocks noChangeArrowheads="1"/>
          </p:cNvSpPr>
          <p:nvPr/>
        </p:nvSpPr>
        <p:spPr bwMode="auto">
          <a:xfrm>
            <a:off x="4816476" y="3992564"/>
            <a:ext cx="822325" cy="4270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Rework/Scrap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78" name="Line 36"/>
          <p:cNvSpPr>
            <a:spLocks noChangeShapeType="1"/>
          </p:cNvSpPr>
          <p:nvPr/>
        </p:nvSpPr>
        <p:spPr bwMode="auto">
          <a:xfrm>
            <a:off x="3352800" y="3443289"/>
            <a:ext cx="0" cy="92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79" name="Line 37"/>
          <p:cNvSpPr>
            <a:spLocks noChangeShapeType="1"/>
          </p:cNvSpPr>
          <p:nvPr/>
        </p:nvSpPr>
        <p:spPr bwMode="auto">
          <a:xfrm>
            <a:off x="3352800" y="4449764"/>
            <a:ext cx="0" cy="92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0" name="Line 38"/>
          <p:cNvSpPr>
            <a:spLocks noChangeShapeType="1"/>
          </p:cNvSpPr>
          <p:nvPr/>
        </p:nvSpPr>
        <p:spPr bwMode="auto">
          <a:xfrm>
            <a:off x="3352800" y="6188075"/>
            <a:ext cx="0" cy="274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1" name="Rectangle 39"/>
          <p:cNvSpPr>
            <a:spLocks noChangeArrowheads="1"/>
          </p:cNvSpPr>
          <p:nvPr/>
        </p:nvSpPr>
        <p:spPr bwMode="auto">
          <a:xfrm>
            <a:off x="4816476" y="5730875"/>
            <a:ext cx="822325" cy="4270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Rework/Scrap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82" name="Line 40"/>
          <p:cNvSpPr>
            <a:spLocks noChangeShapeType="1"/>
          </p:cNvSpPr>
          <p:nvPr/>
        </p:nvSpPr>
        <p:spPr bwMode="auto">
          <a:xfrm flipH="1">
            <a:off x="3719514" y="1158875"/>
            <a:ext cx="5476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3" name="Line 41"/>
          <p:cNvSpPr>
            <a:spLocks noChangeShapeType="1"/>
          </p:cNvSpPr>
          <p:nvPr/>
        </p:nvSpPr>
        <p:spPr bwMode="auto">
          <a:xfrm>
            <a:off x="3627439" y="5181600"/>
            <a:ext cx="274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4" name="Line 42"/>
          <p:cNvSpPr>
            <a:spLocks noChangeShapeType="1"/>
          </p:cNvSpPr>
          <p:nvPr/>
        </p:nvSpPr>
        <p:spPr bwMode="auto">
          <a:xfrm>
            <a:off x="3719514" y="5913438"/>
            <a:ext cx="365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5" name="Line 43"/>
          <p:cNvSpPr>
            <a:spLocks noChangeShapeType="1"/>
          </p:cNvSpPr>
          <p:nvPr/>
        </p:nvSpPr>
        <p:spPr bwMode="auto">
          <a:xfrm>
            <a:off x="3627439" y="4175125"/>
            <a:ext cx="274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6" name="Line 44"/>
          <p:cNvSpPr>
            <a:spLocks noChangeShapeType="1"/>
          </p:cNvSpPr>
          <p:nvPr/>
        </p:nvSpPr>
        <p:spPr bwMode="auto">
          <a:xfrm>
            <a:off x="3627439" y="3170238"/>
            <a:ext cx="274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87" name="Text Box 45"/>
          <p:cNvSpPr txBox="1">
            <a:spLocks noChangeArrowheads="1"/>
          </p:cNvSpPr>
          <p:nvPr/>
        </p:nvSpPr>
        <p:spPr bwMode="auto">
          <a:xfrm>
            <a:off x="4267200" y="974725"/>
            <a:ext cx="457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88" name="Text Box 46"/>
          <p:cNvSpPr txBox="1">
            <a:spLocks noChangeArrowheads="1"/>
          </p:cNvSpPr>
          <p:nvPr/>
        </p:nvSpPr>
        <p:spPr bwMode="auto">
          <a:xfrm>
            <a:off x="3902075" y="4999039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89" name="Text Box 47"/>
          <p:cNvSpPr txBox="1">
            <a:spLocks noChangeArrowheads="1"/>
          </p:cNvSpPr>
          <p:nvPr/>
        </p:nvSpPr>
        <p:spPr bwMode="auto">
          <a:xfrm>
            <a:off x="3902075" y="2071689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90" name="Text Box 48"/>
          <p:cNvSpPr txBox="1">
            <a:spLocks noChangeArrowheads="1"/>
          </p:cNvSpPr>
          <p:nvPr/>
        </p:nvSpPr>
        <p:spPr bwMode="auto">
          <a:xfrm>
            <a:off x="3992563" y="2986089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91" name="Text Box 49"/>
          <p:cNvSpPr txBox="1">
            <a:spLocks noChangeArrowheads="1"/>
          </p:cNvSpPr>
          <p:nvPr/>
        </p:nvSpPr>
        <p:spPr bwMode="auto">
          <a:xfrm>
            <a:off x="3902075" y="3992564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92" name="Text Box 50"/>
          <p:cNvSpPr txBox="1">
            <a:spLocks noChangeArrowheads="1"/>
          </p:cNvSpPr>
          <p:nvPr/>
        </p:nvSpPr>
        <p:spPr bwMode="auto">
          <a:xfrm>
            <a:off x="3902075" y="5821364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Fail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93" name="Text Box 51"/>
          <p:cNvSpPr txBox="1">
            <a:spLocks noChangeArrowheads="1"/>
          </p:cNvSpPr>
          <p:nvPr/>
        </p:nvSpPr>
        <p:spPr bwMode="auto">
          <a:xfrm>
            <a:off x="3444875" y="5364164"/>
            <a:ext cx="4572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Pass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194" name="Line 52"/>
          <p:cNvSpPr>
            <a:spLocks noChangeShapeType="1"/>
          </p:cNvSpPr>
          <p:nvPr/>
        </p:nvSpPr>
        <p:spPr bwMode="auto">
          <a:xfrm>
            <a:off x="4359275" y="5913438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95" name="Line 53"/>
          <p:cNvSpPr>
            <a:spLocks noChangeShapeType="1"/>
          </p:cNvSpPr>
          <p:nvPr/>
        </p:nvSpPr>
        <p:spPr bwMode="auto">
          <a:xfrm flipH="1">
            <a:off x="3352800" y="55499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96" name="Line 54"/>
          <p:cNvSpPr>
            <a:spLocks noChangeShapeType="1"/>
          </p:cNvSpPr>
          <p:nvPr/>
        </p:nvSpPr>
        <p:spPr bwMode="auto">
          <a:xfrm>
            <a:off x="4267201" y="4175125"/>
            <a:ext cx="549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97" name="Line 55"/>
          <p:cNvSpPr>
            <a:spLocks noChangeShapeType="1"/>
          </p:cNvSpPr>
          <p:nvPr/>
        </p:nvSpPr>
        <p:spPr bwMode="auto">
          <a:xfrm flipV="1">
            <a:off x="5181600" y="3627439"/>
            <a:ext cx="0" cy="365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98" name="Line 56"/>
          <p:cNvSpPr>
            <a:spLocks noChangeShapeType="1"/>
          </p:cNvSpPr>
          <p:nvPr/>
        </p:nvSpPr>
        <p:spPr bwMode="auto">
          <a:xfrm flipH="1">
            <a:off x="4267200" y="3627438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99" name="Line 57"/>
          <p:cNvSpPr>
            <a:spLocks noChangeShapeType="1"/>
          </p:cNvSpPr>
          <p:nvPr/>
        </p:nvSpPr>
        <p:spPr bwMode="auto">
          <a:xfrm>
            <a:off x="3627439" y="2163763"/>
            <a:ext cx="274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0" name="Line 58"/>
          <p:cNvSpPr>
            <a:spLocks noChangeShapeType="1"/>
          </p:cNvSpPr>
          <p:nvPr/>
        </p:nvSpPr>
        <p:spPr bwMode="auto">
          <a:xfrm>
            <a:off x="4724400" y="1158875"/>
            <a:ext cx="11890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1" name="Line 59"/>
          <p:cNvSpPr>
            <a:spLocks noChangeShapeType="1"/>
          </p:cNvSpPr>
          <p:nvPr/>
        </p:nvSpPr>
        <p:spPr bwMode="auto">
          <a:xfrm flipV="1">
            <a:off x="6280150" y="517526"/>
            <a:ext cx="0" cy="365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2" name="Line 60"/>
          <p:cNvSpPr>
            <a:spLocks noChangeShapeType="1"/>
          </p:cNvSpPr>
          <p:nvPr/>
        </p:nvSpPr>
        <p:spPr bwMode="auto">
          <a:xfrm flipH="1" flipV="1">
            <a:off x="4405314" y="512763"/>
            <a:ext cx="187483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3" name="Line 61"/>
          <p:cNvSpPr>
            <a:spLocks noChangeShapeType="1"/>
          </p:cNvSpPr>
          <p:nvPr/>
        </p:nvSpPr>
        <p:spPr bwMode="auto">
          <a:xfrm>
            <a:off x="4267201" y="2163763"/>
            <a:ext cx="549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4" name="Line 62"/>
          <p:cNvSpPr>
            <a:spLocks noChangeShapeType="1"/>
          </p:cNvSpPr>
          <p:nvPr/>
        </p:nvSpPr>
        <p:spPr bwMode="auto">
          <a:xfrm flipV="1">
            <a:off x="5091113" y="1614488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5" name="Line 63"/>
          <p:cNvSpPr>
            <a:spLocks noChangeShapeType="1"/>
          </p:cNvSpPr>
          <p:nvPr/>
        </p:nvSpPr>
        <p:spPr bwMode="auto">
          <a:xfrm flipH="1">
            <a:off x="4176713" y="1612900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6" name="Line 64"/>
          <p:cNvSpPr>
            <a:spLocks noChangeShapeType="1"/>
          </p:cNvSpPr>
          <p:nvPr/>
        </p:nvSpPr>
        <p:spPr bwMode="auto">
          <a:xfrm flipV="1">
            <a:off x="4633913" y="2620964"/>
            <a:ext cx="0" cy="549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7" name="Line 65"/>
          <p:cNvSpPr>
            <a:spLocks noChangeShapeType="1"/>
          </p:cNvSpPr>
          <p:nvPr/>
        </p:nvSpPr>
        <p:spPr bwMode="auto">
          <a:xfrm flipH="1">
            <a:off x="4176713" y="2620963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8" name="Line 66"/>
          <p:cNvSpPr>
            <a:spLocks noChangeShapeType="1"/>
          </p:cNvSpPr>
          <p:nvPr/>
        </p:nvSpPr>
        <p:spPr bwMode="auto">
          <a:xfrm flipV="1">
            <a:off x="4633913" y="4632326"/>
            <a:ext cx="0" cy="549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09" name="Line 67"/>
          <p:cNvSpPr>
            <a:spLocks noChangeShapeType="1"/>
          </p:cNvSpPr>
          <p:nvPr/>
        </p:nvSpPr>
        <p:spPr bwMode="auto">
          <a:xfrm flipH="1">
            <a:off x="4310063" y="4632326"/>
            <a:ext cx="323850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10" name="Line 68"/>
          <p:cNvSpPr>
            <a:spLocks noChangeShapeType="1"/>
          </p:cNvSpPr>
          <p:nvPr/>
        </p:nvSpPr>
        <p:spPr bwMode="auto">
          <a:xfrm flipH="1">
            <a:off x="2438400" y="5546725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11" name="Line 69"/>
          <p:cNvSpPr>
            <a:spLocks noChangeShapeType="1"/>
          </p:cNvSpPr>
          <p:nvPr/>
        </p:nvSpPr>
        <p:spPr bwMode="auto">
          <a:xfrm>
            <a:off x="2438400" y="5546725"/>
            <a:ext cx="0" cy="1098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212" name="Line 70"/>
          <p:cNvSpPr>
            <a:spLocks noChangeShapeType="1"/>
          </p:cNvSpPr>
          <p:nvPr/>
        </p:nvSpPr>
        <p:spPr bwMode="auto">
          <a:xfrm>
            <a:off x="2438401" y="6645275"/>
            <a:ext cx="549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44889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Batang</vt:lpstr>
      <vt:lpstr>Gulim</vt:lpstr>
      <vt:lpstr>Arial</vt:lpstr>
      <vt:lpstr>Times New Roman</vt:lpstr>
      <vt:lpstr>Wingdings</vt:lpstr>
      <vt:lpstr>Default Design</vt:lpstr>
      <vt:lpstr>Flow Chart 2: “P.C. Board Flow”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2016-08-17T05:59:49Z</dcterms:created>
  <dcterms:modified xsi:type="dcterms:W3CDTF">2016-08-17T06:09:31Z</dcterms:modified>
</cp:coreProperties>
</file>