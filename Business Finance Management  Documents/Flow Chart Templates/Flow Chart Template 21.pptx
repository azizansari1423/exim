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hidden">
          <a:xfrm>
            <a:off x="-14817" y="1836738"/>
            <a:ext cx="3024717" cy="2709862"/>
          </a:xfrm>
          <a:custGeom>
            <a:avLst/>
            <a:gdLst/>
            <a:ahLst/>
            <a:cxnLst>
              <a:cxn ang="0">
                <a:pos x="808" y="283"/>
              </a:cxn>
              <a:cxn ang="0">
                <a:pos x="673" y="252"/>
              </a:cxn>
              <a:cxn ang="0">
                <a:pos x="654" y="0"/>
              </a:cxn>
              <a:cxn ang="0">
                <a:pos x="488" y="13"/>
              </a:cxn>
              <a:cxn ang="0">
                <a:pos x="476" y="252"/>
              </a:cxn>
              <a:cxn ang="0">
                <a:pos x="365" y="290"/>
              </a:cxn>
              <a:cxn ang="0">
                <a:pos x="206" y="86"/>
              </a:cxn>
              <a:cxn ang="0">
                <a:pos x="95" y="148"/>
              </a:cxn>
              <a:cxn ang="0">
                <a:pos x="200" y="376"/>
              </a:cxn>
              <a:cxn ang="0">
                <a:pos x="126" y="450"/>
              </a:cxn>
              <a:cxn ang="0">
                <a:pos x="0" y="423"/>
              </a:cxn>
              <a:cxn ang="0">
                <a:pos x="0" y="1273"/>
              </a:cxn>
              <a:cxn ang="0">
                <a:pos x="101" y="1226"/>
              </a:cxn>
              <a:cxn ang="0">
                <a:pos x="181" y="1306"/>
              </a:cxn>
              <a:cxn ang="0">
                <a:pos x="70" y="1509"/>
              </a:cxn>
              <a:cxn ang="0">
                <a:pos x="175" y="1596"/>
              </a:cxn>
              <a:cxn ang="0">
                <a:pos x="365" y="1411"/>
              </a:cxn>
              <a:cxn ang="0">
                <a:pos x="476" y="1448"/>
              </a:cxn>
              <a:cxn ang="0">
                <a:pos x="501" y="1700"/>
              </a:cxn>
              <a:cxn ang="0">
                <a:pos x="667" y="1707"/>
              </a:cxn>
              <a:cxn ang="0">
                <a:pos x="685" y="1442"/>
              </a:cxn>
              <a:cxn ang="0">
                <a:pos x="826" y="1405"/>
              </a:cxn>
              <a:cxn ang="0">
                <a:pos x="993" y="1590"/>
              </a:cxn>
              <a:cxn ang="0">
                <a:pos x="1103" y="1522"/>
              </a:cxn>
              <a:cxn ang="0">
                <a:pos x="993" y="1300"/>
              </a:cxn>
              <a:cxn ang="0">
                <a:pos x="1067" y="1207"/>
              </a:cxn>
              <a:cxn ang="0">
                <a:pos x="1288" y="1312"/>
              </a:cxn>
              <a:cxn ang="0">
                <a:pos x="1355" y="1196"/>
              </a:cxn>
              <a:cxn ang="0">
                <a:pos x="1153" y="1047"/>
              </a:cxn>
              <a:cxn ang="0">
                <a:pos x="1177" y="918"/>
              </a:cxn>
              <a:cxn ang="0">
                <a:pos x="1429" y="894"/>
              </a:cxn>
              <a:cxn ang="0">
                <a:pos x="1423" y="764"/>
              </a:cxn>
              <a:cxn ang="0">
                <a:pos x="1171" y="727"/>
              </a:cxn>
              <a:cxn ang="0">
                <a:pos x="1146" y="629"/>
              </a:cxn>
              <a:cxn ang="0">
                <a:pos x="1349" y="487"/>
              </a:cxn>
              <a:cxn ang="0">
                <a:pos x="1282" y="370"/>
              </a:cxn>
              <a:cxn ang="0">
                <a:pos x="1054" y="462"/>
              </a:cxn>
              <a:cxn ang="0">
                <a:pos x="980" y="388"/>
              </a:cxn>
              <a:cxn ang="0">
                <a:pos x="1097" y="173"/>
              </a:cxn>
              <a:cxn ang="0">
                <a:pos x="986" y="105"/>
              </a:cxn>
              <a:cxn ang="0">
                <a:pos x="808" y="283"/>
              </a:cxn>
            </a:cxnLst>
            <a:rect l="0" t="0" r="r" b="b"/>
            <a:pathLst>
              <a:path w="1429" h="1707">
                <a:moveTo>
                  <a:pt x="808" y="283"/>
                </a:moveTo>
                <a:lnTo>
                  <a:pt x="673" y="252"/>
                </a:lnTo>
                <a:lnTo>
                  <a:pt x="654" y="0"/>
                </a:lnTo>
                <a:lnTo>
                  <a:pt x="488" y="13"/>
                </a:lnTo>
                <a:lnTo>
                  <a:pt x="476" y="252"/>
                </a:lnTo>
                <a:lnTo>
                  <a:pt x="365" y="290"/>
                </a:lnTo>
                <a:lnTo>
                  <a:pt x="206" y="86"/>
                </a:lnTo>
                <a:lnTo>
                  <a:pt x="95" y="148"/>
                </a:lnTo>
                <a:lnTo>
                  <a:pt x="200" y="376"/>
                </a:lnTo>
                <a:lnTo>
                  <a:pt x="126" y="450"/>
                </a:lnTo>
                <a:lnTo>
                  <a:pt x="0" y="423"/>
                </a:lnTo>
                <a:lnTo>
                  <a:pt x="0" y="1273"/>
                </a:lnTo>
                <a:lnTo>
                  <a:pt x="101" y="1226"/>
                </a:lnTo>
                <a:lnTo>
                  <a:pt x="181" y="1306"/>
                </a:lnTo>
                <a:lnTo>
                  <a:pt x="70" y="1509"/>
                </a:lnTo>
                <a:lnTo>
                  <a:pt x="175" y="1596"/>
                </a:lnTo>
                <a:lnTo>
                  <a:pt x="365" y="1411"/>
                </a:lnTo>
                <a:lnTo>
                  <a:pt x="476" y="1448"/>
                </a:lnTo>
                <a:lnTo>
                  <a:pt x="501" y="1700"/>
                </a:lnTo>
                <a:lnTo>
                  <a:pt x="667" y="1707"/>
                </a:lnTo>
                <a:lnTo>
                  <a:pt x="685" y="1442"/>
                </a:lnTo>
                <a:lnTo>
                  <a:pt x="826" y="1405"/>
                </a:lnTo>
                <a:lnTo>
                  <a:pt x="993" y="1590"/>
                </a:lnTo>
                <a:lnTo>
                  <a:pt x="1103" y="1522"/>
                </a:lnTo>
                <a:lnTo>
                  <a:pt x="993" y="1300"/>
                </a:lnTo>
                <a:lnTo>
                  <a:pt x="1067" y="1207"/>
                </a:lnTo>
                <a:lnTo>
                  <a:pt x="1288" y="1312"/>
                </a:lnTo>
                <a:lnTo>
                  <a:pt x="1355" y="1196"/>
                </a:lnTo>
                <a:lnTo>
                  <a:pt x="1153" y="1047"/>
                </a:lnTo>
                <a:lnTo>
                  <a:pt x="1177" y="918"/>
                </a:lnTo>
                <a:lnTo>
                  <a:pt x="1429" y="894"/>
                </a:lnTo>
                <a:lnTo>
                  <a:pt x="1423" y="764"/>
                </a:lnTo>
                <a:lnTo>
                  <a:pt x="1171" y="727"/>
                </a:lnTo>
                <a:lnTo>
                  <a:pt x="1146" y="629"/>
                </a:lnTo>
                <a:lnTo>
                  <a:pt x="1349" y="487"/>
                </a:lnTo>
                <a:lnTo>
                  <a:pt x="1282" y="370"/>
                </a:lnTo>
                <a:lnTo>
                  <a:pt x="1054" y="462"/>
                </a:lnTo>
                <a:lnTo>
                  <a:pt x="980" y="388"/>
                </a:lnTo>
                <a:lnTo>
                  <a:pt x="1097" y="173"/>
                </a:lnTo>
                <a:lnTo>
                  <a:pt x="986" y="105"/>
                </a:lnTo>
                <a:lnTo>
                  <a:pt x="808" y="283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Freeform 3"/>
          <p:cNvSpPr>
            <a:spLocks/>
          </p:cNvSpPr>
          <p:nvPr/>
        </p:nvSpPr>
        <p:spPr bwMode="hidden">
          <a:xfrm>
            <a:off x="143933" y="15875"/>
            <a:ext cx="1117600" cy="787400"/>
          </a:xfrm>
          <a:custGeom>
            <a:avLst/>
            <a:gdLst/>
            <a:ahLst/>
            <a:cxnLst>
              <a:cxn ang="0">
                <a:pos x="335" y="56"/>
              </a:cxn>
              <a:cxn ang="0">
                <a:pos x="293" y="46"/>
              </a:cxn>
              <a:cxn ang="0">
                <a:pos x="288" y="0"/>
              </a:cxn>
              <a:cxn ang="0">
                <a:pos x="238" y="0"/>
              </a:cxn>
              <a:cxn ang="0">
                <a:pos x="232" y="46"/>
              </a:cxn>
              <a:cxn ang="0">
                <a:pos x="198" y="58"/>
              </a:cxn>
              <a:cxn ang="0">
                <a:pos x="146" y="0"/>
              </a:cxn>
              <a:cxn ang="0">
                <a:pos x="114" y="14"/>
              </a:cxn>
              <a:cxn ang="0">
                <a:pos x="147" y="84"/>
              </a:cxn>
              <a:cxn ang="0">
                <a:pos x="124" y="107"/>
              </a:cxn>
              <a:cxn ang="0">
                <a:pos x="50" y="81"/>
              </a:cxn>
              <a:cxn ang="0">
                <a:pos x="32" y="109"/>
              </a:cxn>
              <a:cxn ang="0">
                <a:pos x="90" y="159"/>
              </a:cxn>
              <a:cxn ang="0">
                <a:pos x="80" y="197"/>
              </a:cxn>
              <a:cxn ang="0">
                <a:pos x="2" y="202"/>
              </a:cxn>
              <a:cxn ang="0">
                <a:pos x="0" y="244"/>
              </a:cxn>
              <a:cxn ang="0">
                <a:pos x="80" y="256"/>
              </a:cxn>
              <a:cxn ang="0">
                <a:pos x="88" y="292"/>
              </a:cxn>
              <a:cxn ang="0">
                <a:pos x="29" y="345"/>
              </a:cxn>
              <a:cxn ang="0">
                <a:pos x="50" y="378"/>
              </a:cxn>
              <a:cxn ang="0">
                <a:pos x="116" y="347"/>
              </a:cxn>
              <a:cxn ang="0">
                <a:pos x="141" y="372"/>
              </a:cxn>
              <a:cxn ang="0">
                <a:pos x="107" y="435"/>
              </a:cxn>
              <a:cxn ang="0">
                <a:pos x="139" y="462"/>
              </a:cxn>
              <a:cxn ang="0">
                <a:pos x="198" y="404"/>
              </a:cxn>
              <a:cxn ang="0">
                <a:pos x="232" y="416"/>
              </a:cxn>
              <a:cxn ang="0">
                <a:pos x="240" y="494"/>
              </a:cxn>
              <a:cxn ang="0">
                <a:pos x="292" y="496"/>
              </a:cxn>
              <a:cxn ang="0">
                <a:pos x="297" y="414"/>
              </a:cxn>
              <a:cxn ang="0">
                <a:pos x="341" y="403"/>
              </a:cxn>
              <a:cxn ang="0">
                <a:pos x="393" y="460"/>
              </a:cxn>
              <a:cxn ang="0">
                <a:pos x="427" y="439"/>
              </a:cxn>
              <a:cxn ang="0">
                <a:pos x="393" y="370"/>
              </a:cxn>
              <a:cxn ang="0">
                <a:pos x="416" y="341"/>
              </a:cxn>
              <a:cxn ang="0">
                <a:pos x="484" y="374"/>
              </a:cxn>
              <a:cxn ang="0">
                <a:pos x="505" y="338"/>
              </a:cxn>
              <a:cxn ang="0">
                <a:pos x="442" y="292"/>
              </a:cxn>
              <a:cxn ang="0">
                <a:pos x="450" y="252"/>
              </a:cxn>
              <a:cxn ang="0">
                <a:pos x="528" y="244"/>
              </a:cxn>
              <a:cxn ang="0">
                <a:pos x="526" y="204"/>
              </a:cxn>
              <a:cxn ang="0">
                <a:pos x="448" y="193"/>
              </a:cxn>
              <a:cxn ang="0">
                <a:pos x="440" y="162"/>
              </a:cxn>
              <a:cxn ang="0">
                <a:pos x="503" y="119"/>
              </a:cxn>
              <a:cxn ang="0">
                <a:pos x="482" y="82"/>
              </a:cxn>
              <a:cxn ang="0">
                <a:pos x="412" y="111"/>
              </a:cxn>
              <a:cxn ang="0">
                <a:pos x="389" y="88"/>
              </a:cxn>
              <a:cxn ang="0">
                <a:pos x="425" y="21"/>
              </a:cxn>
              <a:cxn ang="0">
                <a:pos x="391" y="0"/>
              </a:cxn>
              <a:cxn ang="0">
                <a:pos x="335" y="56"/>
              </a:cxn>
            </a:cxnLst>
            <a:rect l="0" t="0" r="r" b="b"/>
            <a:pathLst>
              <a:path w="528" h="496">
                <a:moveTo>
                  <a:pt x="335" y="56"/>
                </a:moveTo>
                <a:lnTo>
                  <a:pt x="293" y="46"/>
                </a:lnTo>
                <a:lnTo>
                  <a:pt x="288" y="0"/>
                </a:lnTo>
                <a:lnTo>
                  <a:pt x="238" y="0"/>
                </a:lnTo>
                <a:lnTo>
                  <a:pt x="232" y="46"/>
                </a:lnTo>
                <a:lnTo>
                  <a:pt x="198" y="58"/>
                </a:lnTo>
                <a:lnTo>
                  <a:pt x="146" y="0"/>
                </a:lnTo>
                <a:lnTo>
                  <a:pt x="114" y="14"/>
                </a:lnTo>
                <a:lnTo>
                  <a:pt x="147" y="84"/>
                </a:lnTo>
                <a:lnTo>
                  <a:pt x="124" y="107"/>
                </a:lnTo>
                <a:lnTo>
                  <a:pt x="50" y="81"/>
                </a:lnTo>
                <a:lnTo>
                  <a:pt x="32" y="109"/>
                </a:lnTo>
                <a:lnTo>
                  <a:pt x="90" y="159"/>
                </a:lnTo>
                <a:lnTo>
                  <a:pt x="80" y="197"/>
                </a:lnTo>
                <a:lnTo>
                  <a:pt x="2" y="202"/>
                </a:lnTo>
                <a:lnTo>
                  <a:pt x="0" y="244"/>
                </a:lnTo>
                <a:lnTo>
                  <a:pt x="80" y="256"/>
                </a:lnTo>
                <a:lnTo>
                  <a:pt x="88" y="292"/>
                </a:lnTo>
                <a:lnTo>
                  <a:pt x="29" y="345"/>
                </a:lnTo>
                <a:lnTo>
                  <a:pt x="50" y="378"/>
                </a:lnTo>
                <a:lnTo>
                  <a:pt x="116" y="347"/>
                </a:lnTo>
                <a:lnTo>
                  <a:pt x="141" y="372"/>
                </a:lnTo>
                <a:lnTo>
                  <a:pt x="107" y="435"/>
                </a:lnTo>
                <a:lnTo>
                  <a:pt x="139" y="462"/>
                </a:lnTo>
                <a:lnTo>
                  <a:pt x="198" y="404"/>
                </a:lnTo>
                <a:lnTo>
                  <a:pt x="232" y="416"/>
                </a:lnTo>
                <a:lnTo>
                  <a:pt x="240" y="494"/>
                </a:lnTo>
                <a:lnTo>
                  <a:pt x="292" y="496"/>
                </a:lnTo>
                <a:lnTo>
                  <a:pt x="297" y="414"/>
                </a:lnTo>
                <a:lnTo>
                  <a:pt x="341" y="403"/>
                </a:lnTo>
                <a:lnTo>
                  <a:pt x="393" y="460"/>
                </a:lnTo>
                <a:lnTo>
                  <a:pt x="427" y="439"/>
                </a:lnTo>
                <a:lnTo>
                  <a:pt x="393" y="370"/>
                </a:lnTo>
                <a:lnTo>
                  <a:pt x="416" y="341"/>
                </a:lnTo>
                <a:lnTo>
                  <a:pt x="484" y="374"/>
                </a:lnTo>
                <a:lnTo>
                  <a:pt x="505" y="338"/>
                </a:lnTo>
                <a:lnTo>
                  <a:pt x="442" y="292"/>
                </a:lnTo>
                <a:lnTo>
                  <a:pt x="450" y="252"/>
                </a:lnTo>
                <a:lnTo>
                  <a:pt x="528" y="244"/>
                </a:lnTo>
                <a:lnTo>
                  <a:pt x="526" y="204"/>
                </a:lnTo>
                <a:lnTo>
                  <a:pt x="448" y="193"/>
                </a:lnTo>
                <a:lnTo>
                  <a:pt x="440" y="162"/>
                </a:lnTo>
                <a:lnTo>
                  <a:pt x="503" y="119"/>
                </a:lnTo>
                <a:lnTo>
                  <a:pt x="482" y="82"/>
                </a:lnTo>
                <a:lnTo>
                  <a:pt x="412" y="111"/>
                </a:lnTo>
                <a:lnTo>
                  <a:pt x="389" y="88"/>
                </a:lnTo>
                <a:lnTo>
                  <a:pt x="425" y="21"/>
                </a:lnTo>
                <a:lnTo>
                  <a:pt x="391" y="0"/>
                </a:lnTo>
                <a:lnTo>
                  <a:pt x="335" y="56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Freeform 4"/>
          <p:cNvSpPr>
            <a:spLocks/>
          </p:cNvSpPr>
          <p:nvPr/>
        </p:nvSpPr>
        <p:spPr bwMode="hidden">
          <a:xfrm>
            <a:off x="1589617" y="354014"/>
            <a:ext cx="3022600" cy="22701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reeform 5"/>
          <p:cNvSpPr>
            <a:spLocks/>
          </p:cNvSpPr>
          <p:nvPr/>
        </p:nvSpPr>
        <p:spPr bwMode="hidden">
          <a:xfrm>
            <a:off x="3376084" y="1270000"/>
            <a:ext cx="4893733" cy="3671888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hidden">
          <a:xfrm>
            <a:off x="4233" y="4797425"/>
            <a:ext cx="4557184" cy="2097088"/>
          </a:xfrm>
          <a:custGeom>
            <a:avLst/>
            <a:gdLst/>
            <a:ahLst/>
            <a:cxnLst>
              <a:cxn ang="0">
                <a:pos x="1368" y="358"/>
              </a:cxn>
              <a:cxn ang="0">
                <a:pos x="1197" y="318"/>
              </a:cxn>
              <a:cxn ang="0">
                <a:pos x="1173" y="0"/>
              </a:cxn>
              <a:cxn ang="0">
                <a:pos x="964" y="16"/>
              </a:cxn>
              <a:cxn ang="0">
                <a:pos x="948" y="318"/>
              </a:cxn>
              <a:cxn ang="0">
                <a:pos x="808" y="366"/>
              </a:cxn>
              <a:cxn ang="0">
                <a:pos x="606" y="109"/>
              </a:cxn>
              <a:cxn ang="0">
                <a:pos x="467" y="187"/>
              </a:cxn>
              <a:cxn ang="0">
                <a:pos x="599" y="474"/>
              </a:cxn>
              <a:cxn ang="0">
                <a:pos x="506" y="568"/>
              </a:cxn>
              <a:cxn ang="0">
                <a:pos x="202" y="459"/>
              </a:cxn>
              <a:cxn ang="0">
                <a:pos x="132" y="576"/>
              </a:cxn>
              <a:cxn ang="0">
                <a:pos x="365" y="778"/>
              </a:cxn>
              <a:cxn ang="0">
                <a:pos x="327" y="933"/>
              </a:cxn>
              <a:cxn ang="0">
                <a:pos x="7" y="956"/>
              </a:cxn>
              <a:cxn ang="0">
                <a:pos x="0" y="1128"/>
              </a:cxn>
              <a:cxn ang="0">
                <a:pos x="327" y="1174"/>
              </a:cxn>
              <a:cxn ang="0">
                <a:pos x="358" y="1321"/>
              </a:cxn>
              <a:cxn ang="0">
                <a:pos x="1804" y="1321"/>
              </a:cxn>
              <a:cxn ang="0">
                <a:pos x="1835" y="1158"/>
              </a:cxn>
              <a:cxn ang="0">
                <a:pos x="2153" y="1128"/>
              </a:cxn>
              <a:cxn ang="0">
                <a:pos x="2146" y="964"/>
              </a:cxn>
              <a:cxn ang="0">
                <a:pos x="1827" y="917"/>
              </a:cxn>
              <a:cxn ang="0">
                <a:pos x="1795" y="793"/>
              </a:cxn>
              <a:cxn ang="0">
                <a:pos x="2052" y="615"/>
              </a:cxn>
              <a:cxn ang="0">
                <a:pos x="1967" y="467"/>
              </a:cxn>
              <a:cxn ang="0">
                <a:pos x="1679" y="583"/>
              </a:cxn>
              <a:cxn ang="0">
                <a:pos x="1586" y="490"/>
              </a:cxn>
              <a:cxn ang="0">
                <a:pos x="1733" y="218"/>
              </a:cxn>
              <a:cxn ang="0">
                <a:pos x="1593" y="132"/>
              </a:cxn>
              <a:cxn ang="0">
                <a:pos x="1368" y="358"/>
              </a:cxn>
            </a:cxnLst>
            <a:rect l="0" t="0" r="r" b="b"/>
            <a:pathLst>
              <a:path w="2153" h="1321">
                <a:moveTo>
                  <a:pt x="1368" y="358"/>
                </a:moveTo>
                <a:lnTo>
                  <a:pt x="1197" y="318"/>
                </a:lnTo>
                <a:lnTo>
                  <a:pt x="1173" y="0"/>
                </a:lnTo>
                <a:lnTo>
                  <a:pt x="964" y="16"/>
                </a:lnTo>
                <a:lnTo>
                  <a:pt x="948" y="318"/>
                </a:lnTo>
                <a:lnTo>
                  <a:pt x="808" y="366"/>
                </a:lnTo>
                <a:lnTo>
                  <a:pt x="606" y="109"/>
                </a:lnTo>
                <a:lnTo>
                  <a:pt x="467" y="187"/>
                </a:lnTo>
                <a:lnTo>
                  <a:pt x="599" y="474"/>
                </a:lnTo>
                <a:lnTo>
                  <a:pt x="506" y="568"/>
                </a:lnTo>
                <a:lnTo>
                  <a:pt x="202" y="459"/>
                </a:lnTo>
                <a:lnTo>
                  <a:pt x="132" y="576"/>
                </a:lnTo>
                <a:lnTo>
                  <a:pt x="365" y="778"/>
                </a:lnTo>
                <a:lnTo>
                  <a:pt x="327" y="933"/>
                </a:lnTo>
                <a:lnTo>
                  <a:pt x="7" y="956"/>
                </a:lnTo>
                <a:lnTo>
                  <a:pt x="0" y="1128"/>
                </a:lnTo>
                <a:lnTo>
                  <a:pt x="327" y="1174"/>
                </a:lnTo>
                <a:lnTo>
                  <a:pt x="358" y="1321"/>
                </a:lnTo>
                <a:lnTo>
                  <a:pt x="1804" y="1321"/>
                </a:lnTo>
                <a:lnTo>
                  <a:pt x="1835" y="1158"/>
                </a:lnTo>
                <a:lnTo>
                  <a:pt x="2153" y="1128"/>
                </a:lnTo>
                <a:lnTo>
                  <a:pt x="2146" y="964"/>
                </a:lnTo>
                <a:lnTo>
                  <a:pt x="1827" y="917"/>
                </a:lnTo>
                <a:lnTo>
                  <a:pt x="1795" y="793"/>
                </a:lnTo>
                <a:lnTo>
                  <a:pt x="2052" y="615"/>
                </a:lnTo>
                <a:lnTo>
                  <a:pt x="1967" y="467"/>
                </a:lnTo>
                <a:lnTo>
                  <a:pt x="1679" y="583"/>
                </a:lnTo>
                <a:lnTo>
                  <a:pt x="1586" y="490"/>
                </a:lnTo>
                <a:lnTo>
                  <a:pt x="1733" y="218"/>
                </a:lnTo>
                <a:lnTo>
                  <a:pt x="1593" y="132"/>
                </a:lnTo>
                <a:lnTo>
                  <a:pt x="1368" y="358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Freeform 7"/>
          <p:cNvSpPr>
            <a:spLocks/>
          </p:cNvSpPr>
          <p:nvPr/>
        </p:nvSpPr>
        <p:spPr bwMode="hidden">
          <a:xfrm>
            <a:off x="5992285" y="4425951"/>
            <a:ext cx="3018367" cy="226377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/>
        </p:nvSpPr>
        <p:spPr bwMode="hidden">
          <a:xfrm>
            <a:off x="7528985" y="487363"/>
            <a:ext cx="3905249" cy="29305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Freeform 9"/>
          <p:cNvSpPr>
            <a:spLocks/>
          </p:cNvSpPr>
          <p:nvPr/>
        </p:nvSpPr>
        <p:spPr bwMode="hidden">
          <a:xfrm>
            <a:off x="9529233" y="2555876"/>
            <a:ext cx="2677584" cy="3997325"/>
          </a:xfrm>
          <a:custGeom>
            <a:avLst/>
            <a:gdLst/>
            <a:ahLst/>
            <a:cxnLst>
              <a:cxn ang="0">
                <a:pos x="1265" y="0"/>
              </a:cxn>
              <a:cxn ang="0">
                <a:pos x="1128" y="18"/>
              </a:cxn>
              <a:cxn ang="0">
                <a:pos x="1110" y="372"/>
              </a:cxn>
              <a:cxn ang="0">
                <a:pos x="946" y="428"/>
              </a:cxn>
              <a:cxn ang="0">
                <a:pos x="710" y="127"/>
              </a:cxn>
              <a:cxn ang="0">
                <a:pos x="546" y="219"/>
              </a:cxn>
              <a:cxn ang="0">
                <a:pos x="701" y="555"/>
              </a:cxn>
              <a:cxn ang="0">
                <a:pos x="592" y="665"/>
              </a:cxn>
              <a:cxn ang="0">
                <a:pos x="237" y="537"/>
              </a:cxn>
              <a:cxn ang="0">
                <a:pos x="155" y="674"/>
              </a:cxn>
              <a:cxn ang="0">
                <a:pos x="427" y="911"/>
              </a:cxn>
              <a:cxn ang="0">
                <a:pos x="383" y="1093"/>
              </a:cxn>
              <a:cxn ang="0">
                <a:pos x="9" y="1121"/>
              </a:cxn>
              <a:cxn ang="0">
                <a:pos x="0" y="1322"/>
              </a:cxn>
              <a:cxn ang="0">
                <a:pos x="383" y="1376"/>
              </a:cxn>
              <a:cxn ang="0">
                <a:pos x="419" y="1549"/>
              </a:cxn>
              <a:cxn ang="0">
                <a:pos x="136" y="1804"/>
              </a:cxn>
              <a:cxn ang="0">
                <a:pos x="237" y="1959"/>
              </a:cxn>
              <a:cxn ang="0">
                <a:pos x="555" y="1813"/>
              </a:cxn>
              <a:cxn ang="0">
                <a:pos x="674" y="1932"/>
              </a:cxn>
              <a:cxn ang="0">
                <a:pos x="509" y="2232"/>
              </a:cxn>
              <a:cxn ang="0">
                <a:pos x="664" y="2360"/>
              </a:cxn>
              <a:cxn ang="0">
                <a:pos x="946" y="2087"/>
              </a:cxn>
              <a:cxn ang="0">
                <a:pos x="1110" y="2142"/>
              </a:cxn>
              <a:cxn ang="0">
                <a:pos x="1147" y="2515"/>
              </a:cxn>
              <a:cxn ang="0">
                <a:pos x="1265" y="2518"/>
              </a:cxn>
              <a:cxn ang="0">
                <a:pos x="1265" y="0"/>
              </a:cxn>
            </a:cxnLst>
            <a:rect l="0" t="0" r="r" b="b"/>
            <a:pathLst>
              <a:path w="1265" h="2518">
                <a:moveTo>
                  <a:pt x="1265" y="0"/>
                </a:moveTo>
                <a:lnTo>
                  <a:pt x="1128" y="18"/>
                </a:lnTo>
                <a:lnTo>
                  <a:pt x="1110" y="372"/>
                </a:lnTo>
                <a:lnTo>
                  <a:pt x="946" y="428"/>
                </a:lnTo>
                <a:lnTo>
                  <a:pt x="710" y="127"/>
                </a:lnTo>
                <a:lnTo>
                  <a:pt x="546" y="219"/>
                </a:lnTo>
                <a:lnTo>
                  <a:pt x="701" y="555"/>
                </a:lnTo>
                <a:lnTo>
                  <a:pt x="592" y="665"/>
                </a:lnTo>
                <a:lnTo>
                  <a:pt x="237" y="537"/>
                </a:lnTo>
                <a:lnTo>
                  <a:pt x="155" y="674"/>
                </a:lnTo>
                <a:lnTo>
                  <a:pt x="427" y="911"/>
                </a:lnTo>
                <a:lnTo>
                  <a:pt x="383" y="1093"/>
                </a:lnTo>
                <a:lnTo>
                  <a:pt x="9" y="1121"/>
                </a:lnTo>
                <a:lnTo>
                  <a:pt x="0" y="1322"/>
                </a:lnTo>
                <a:lnTo>
                  <a:pt x="383" y="1376"/>
                </a:lnTo>
                <a:lnTo>
                  <a:pt x="419" y="1549"/>
                </a:lnTo>
                <a:lnTo>
                  <a:pt x="136" y="1804"/>
                </a:lnTo>
                <a:lnTo>
                  <a:pt x="237" y="1959"/>
                </a:lnTo>
                <a:lnTo>
                  <a:pt x="555" y="1813"/>
                </a:lnTo>
                <a:lnTo>
                  <a:pt x="674" y="1932"/>
                </a:lnTo>
                <a:lnTo>
                  <a:pt x="509" y="2232"/>
                </a:lnTo>
                <a:lnTo>
                  <a:pt x="664" y="2360"/>
                </a:lnTo>
                <a:lnTo>
                  <a:pt x="946" y="2087"/>
                </a:lnTo>
                <a:lnTo>
                  <a:pt x="1110" y="2142"/>
                </a:lnTo>
                <a:lnTo>
                  <a:pt x="1147" y="2515"/>
                </a:lnTo>
                <a:lnTo>
                  <a:pt x="1265" y="2518"/>
                </a:lnTo>
                <a:lnTo>
                  <a:pt x="1265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Freeform 10"/>
          <p:cNvSpPr>
            <a:spLocks/>
          </p:cNvSpPr>
          <p:nvPr/>
        </p:nvSpPr>
        <p:spPr bwMode="hidden">
          <a:xfrm rot="16200000">
            <a:off x="5590381" y="-1424781"/>
            <a:ext cx="1722438" cy="4572000"/>
          </a:xfrm>
          <a:custGeom>
            <a:avLst/>
            <a:gdLst/>
            <a:ahLst/>
            <a:cxnLst>
              <a:cxn ang="0">
                <a:pos x="1265" y="0"/>
              </a:cxn>
              <a:cxn ang="0">
                <a:pos x="1128" y="18"/>
              </a:cxn>
              <a:cxn ang="0">
                <a:pos x="1110" y="372"/>
              </a:cxn>
              <a:cxn ang="0">
                <a:pos x="946" y="428"/>
              </a:cxn>
              <a:cxn ang="0">
                <a:pos x="710" y="127"/>
              </a:cxn>
              <a:cxn ang="0">
                <a:pos x="546" y="219"/>
              </a:cxn>
              <a:cxn ang="0">
                <a:pos x="701" y="555"/>
              </a:cxn>
              <a:cxn ang="0">
                <a:pos x="592" y="665"/>
              </a:cxn>
              <a:cxn ang="0">
                <a:pos x="237" y="537"/>
              </a:cxn>
              <a:cxn ang="0">
                <a:pos x="155" y="674"/>
              </a:cxn>
              <a:cxn ang="0">
                <a:pos x="427" y="911"/>
              </a:cxn>
              <a:cxn ang="0">
                <a:pos x="383" y="1093"/>
              </a:cxn>
              <a:cxn ang="0">
                <a:pos x="9" y="1121"/>
              </a:cxn>
              <a:cxn ang="0">
                <a:pos x="0" y="1322"/>
              </a:cxn>
              <a:cxn ang="0">
                <a:pos x="383" y="1376"/>
              </a:cxn>
              <a:cxn ang="0">
                <a:pos x="419" y="1549"/>
              </a:cxn>
              <a:cxn ang="0">
                <a:pos x="136" y="1804"/>
              </a:cxn>
              <a:cxn ang="0">
                <a:pos x="237" y="1959"/>
              </a:cxn>
              <a:cxn ang="0">
                <a:pos x="555" y="1813"/>
              </a:cxn>
              <a:cxn ang="0">
                <a:pos x="674" y="1932"/>
              </a:cxn>
              <a:cxn ang="0">
                <a:pos x="509" y="2232"/>
              </a:cxn>
              <a:cxn ang="0">
                <a:pos x="664" y="2360"/>
              </a:cxn>
              <a:cxn ang="0">
                <a:pos x="946" y="2087"/>
              </a:cxn>
              <a:cxn ang="0">
                <a:pos x="1110" y="2142"/>
              </a:cxn>
              <a:cxn ang="0">
                <a:pos x="1147" y="2515"/>
              </a:cxn>
              <a:cxn ang="0">
                <a:pos x="1265" y="2518"/>
              </a:cxn>
              <a:cxn ang="0">
                <a:pos x="1265" y="0"/>
              </a:cxn>
            </a:cxnLst>
            <a:rect l="0" t="0" r="r" b="b"/>
            <a:pathLst>
              <a:path w="1265" h="2518">
                <a:moveTo>
                  <a:pt x="1265" y="0"/>
                </a:moveTo>
                <a:lnTo>
                  <a:pt x="1128" y="18"/>
                </a:lnTo>
                <a:lnTo>
                  <a:pt x="1110" y="372"/>
                </a:lnTo>
                <a:lnTo>
                  <a:pt x="946" y="428"/>
                </a:lnTo>
                <a:lnTo>
                  <a:pt x="710" y="127"/>
                </a:lnTo>
                <a:lnTo>
                  <a:pt x="546" y="219"/>
                </a:lnTo>
                <a:lnTo>
                  <a:pt x="701" y="555"/>
                </a:lnTo>
                <a:lnTo>
                  <a:pt x="592" y="665"/>
                </a:lnTo>
                <a:lnTo>
                  <a:pt x="237" y="537"/>
                </a:lnTo>
                <a:lnTo>
                  <a:pt x="155" y="674"/>
                </a:lnTo>
                <a:lnTo>
                  <a:pt x="427" y="911"/>
                </a:lnTo>
                <a:lnTo>
                  <a:pt x="383" y="1093"/>
                </a:lnTo>
                <a:lnTo>
                  <a:pt x="9" y="1121"/>
                </a:lnTo>
                <a:lnTo>
                  <a:pt x="0" y="1322"/>
                </a:lnTo>
                <a:lnTo>
                  <a:pt x="383" y="1376"/>
                </a:lnTo>
                <a:lnTo>
                  <a:pt x="419" y="1549"/>
                </a:lnTo>
                <a:lnTo>
                  <a:pt x="136" y="1804"/>
                </a:lnTo>
                <a:lnTo>
                  <a:pt x="237" y="1959"/>
                </a:lnTo>
                <a:lnTo>
                  <a:pt x="555" y="1813"/>
                </a:lnTo>
                <a:lnTo>
                  <a:pt x="674" y="1932"/>
                </a:lnTo>
                <a:lnTo>
                  <a:pt x="509" y="2232"/>
                </a:lnTo>
                <a:lnTo>
                  <a:pt x="664" y="2360"/>
                </a:lnTo>
                <a:lnTo>
                  <a:pt x="946" y="2087"/>
                </a:lnTo>
                <a:lnTo>
                  <a:pt x="1110" y="2142"/>
                </a:lnTo>
                <a:lnTo>
                  <a:pt x="1147" y="2515"/>
                </a:lnTo>
                <a:lnTo>
                  <a:pt x="1265" y="2518"/>
                </a:lnTo>
                <a:lnTo>
                  <a:pt x="1265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pic>
        <p:nvPicPr>
          <p:cNvPr id="13" name="Picture 11" descr="Facban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invGray">
          <a:xfrm>
            <a:off x="4234" y="-3175"/>
            <a:ext cx="10710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844800" y="4114800"/>
            <a:ext cx="8534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5240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7752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47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39A46D83-0A0C-4CE4-A153-ED8329A5BDFE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808497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C27FD9-639D-4D3C-8AC5-64DA914ADCB5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770145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524417-F499-43D1-86EC-701BEACD43FC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31437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2400" y="16764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5600" y="16764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5174FE-F82F-4A0D-9E6C-0B3500A2A88C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227425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8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9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F01927-A634-4F04-AA1F-5EC23F741798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394626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B29971-A831-44BA-BB0C-B06287A2EE73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315495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BD5190-99D8-4C03-B87C-8A30CA0441D3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359613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19F20A-ADA5-4E08-8746-85CEA3C402D7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43920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CC8C5B-C336-4774-A7EF-7E9135BED458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611031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F9A592-7344-4CDA-9C9A-94717856D23D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891358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94800" y="304800"/>
            <a:ext cx="25908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22400" y="304800"/>
            <a:ext cx="75692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B76F78-F89F-458D-A617-A46458A3F717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014666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3048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2400" y="16764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5600" y="16764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705F17-F5CD-49C2-8957-A83346E7994E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997170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3048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22400" y="16764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705600" y="16764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1422400" y="3810000"/>
            <a:ext cx="103632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99B6F6-6866-4D8E-8DE9-09CBC2831CD1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119794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3048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422400" y="1676400"/>
            <a:ext cx="103632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B62E98-C115-4A21-A568-70461B232501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954442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reeform 2"/>
          <p:cNvSpPr>
            <a:spLocks/>
          </p:cNvSpPr>
          <p:nvPr/>
        </p:nvSpPr>
        <p:spPr bwMode="hidden">
          <a:xfrm>
            <a:off x="-14817" y="1836738"/>
            <a:ext cx="3024717" cy="2709862"/>
          </a:xfrm>
          <a:custGeom>
            <a:avLst/>
            <a:gdLst/>
            <a:ahLst/>
            <a:cxnLst>
              <a:cxn ang="0">
                <a:pos x="808" y="283"/>
              </a:cxn>
              <a:cxn ang="0">
                <a:pos x="673" y="252"/>
              </a:cxn>
              <a:cxn ang="0">
                <a:pos x="654" y="0"/>
              </a:cxn>
              <a:cxn ang="0">
                <a:pos x="488" y="13"/>
              </a:cxn>
              <a:cxn ang="0">
                <a:pos x="476" y="252"/>
              </a:cxn>
              <a:cxn ang="0">
                <a:pos x="365" y="290"/>
              </a:cxn>
              <a:cxn ang="0">
                <a:pos x="206" y="86"/>
              </a:cxn>
              <a:cxn ang="0">
                <a:pos x="95" y="148"/>
              </a:cxn>
              <a:cxn ang="0">
                <a:pos x="200" y="376"/>
              </a:cxn>
              <a:cxn ang="0">
                <a:pos x="126" y="450"/>
              </a:cxn>
              <a:cxn ang="0">
                <a:pos x="0" y="423"/>
              </a:cxn>
              <a:cxn ang="0">
                <a:pos x="0" y="1273"/>
              </a:cxn>
              <a:cxn ang="0">
                <a:pos x="101" y="1226"/>
              </a:cxn>
              <a:cxn ang="0">
                <a:pos x="181" y="1306"/>
              </a:cxn>
              <a:cxn ang="0">
                <a:pos x="70" y="1509"/>
              </a:cxn>
              <a:cxn ang="0">
                <a:pos x="175" y="1596"/>
              </a:cxn>
              <a:cxn ang="0">
                <a:pos x="365" y="1411"/>
              </a:cxn>
              <a:cxn ang="0">
                <a:pos x="476" y="1448"/>
              </a:cxn>
              <a:cxn ang="0">
                <a:pos x="501" y="1700"/>
              </a:cxn>
              <a:cxn ang="0">
                <a:pos x="667" y="1707"/>
              </a:cxn>
              <a:cxn ang="0">
                <a:pos x="685" y="1442"/>
              </a:cxn>
              <a:cxn ang="0">
                <a:pos x="826" y="1405"/>
              </a:cxn>
              <a:cxn ang="0">
                <a:pos x="993" y="1590"/>
              </a:cxn>
              <a:cxn ang="0">
                <a:pos x="1103" y="1522"/>
              </a:cxn>
              <a:cxn ang="0">
                <a:pos x="993" y="1300"/>
              </a:cxn>
              <a:cxn ang="0">
                <a:pos x="1067" y="1207"/>
              </a:cxn>
              <a:cxn ang="0">
                <a:pos x="1288" y="1312"/>
              </a:cxn>
              <a:cxn ang="0">
                <a:pos x="1355" y="1196"/>
              </a:cxn>
              <a:cxn ang="0">
                <a:pos x="1153" y="1047"/>
              </a:cxn>
              <a:cxn ang="0">
                <a:pos x="1177" y="918"/>
              </a:cxn>
              <a:cxn ang="0">
                <a:pos x="1429" y="894"/>
              </a:cxn>
              <a:cxn ang="0">
                <a:pos x="1423" y="764"/>
              </a:cxn>
              <a:cxn ang="0">
                <a:pos x="1171" y="727"/>
              </a:cxn>
              <a:cxn ang="0">
                <a:pos x="1146" y="629"/>
              </a:cxn>
              <a:cxn ang="0">
                <a:pos x="1349" y="487"/>
              </a:cxn>
              <a:cxn ang="0">
                <a:pos x="1282" y="370"/>
              </a:cxn>
              <a:cxn ang="0">
                <a:pos x="1054" y="462"/>
              </a:cxn>
              <a:cxn ang="0">
                <a:pos x="980" y="388"/>
              </a:cxn>
              <a:cxn ang="0">
                <a:pos x="1097" y="173"/>
              </a:cxn>
              <a:cxn ang="0">
                <a:pos x="986" y="105"/>
              </a:cxn>
              <a:cxn ang="0">
                <a:pos x="808" y="283"/>
              </a:cxn>
            </a:cxnLst>
            <a:rect l="0" t="0" r="r" b="b"/>
            <a:pathLst>
              <a:path w="1429" h="1707">
                <a:moveTo>
                  <a:pt x="808" y="283"/>
                </a:moveTo>
                <a:lnTo>
                  <a:pt x="673" y="252"/>
                </a:lnTo>
                <a:lnTo>
                  <a:pt x="654" y="0"/>
                </a:lnTo>
                <a:lnTo>
                  <a:pt x="488" y="13"/>
                </a:lnTo>
                <a:lnTo>
                  <a:pt x="476" y="252"/>
                </a:lnTo>
                <a:lnTo>
                  <a:pt x="365" y="290"/>
                </a:lnTo>
                <a:lnTo>
                  <a:pt x="206" y="86"/>
                </a:lnTo>
                <a:lnTo>
                  <a:pt x="95" y="148"/>
                </a:lnTo>
                <a:lnTo>
                  <a:pt x="200" y="376"/>
                </a:lnTo>
                <a:lnTo>
                  <a:pt x="126" y="450"/>
                </a:lnTo>
                <a:lnTo>
                  <a:pt x="0" y="423"/>
                </a:lnTo>
                <a:lnTo>
                  <a:pt x="0" y="1273"/>
                </a:lnTo>
                <a:lnTo>
                  <a:pt x="101" y="1226"/>
                </a:lnTo>
                <a:lnTo>
                  <a:pt x="181" y="1306"/>
                </a:lnTo>
                <a:lnTo>
                  <a:pt x="70" y="1509"/>
                </a:lnTo>
                <a:lnTo>
                  <a:pt x="175" y="1596"/>
                </a:lnTo>
                <a:lnTo>
                  <a:pt x="365" y="1411"/>
                </a:lnTo>
                <a:lnTo>
                  <a:pt x="476" y="1448"/>
                </a:lnTo>
                <a:lnTo>
                  <a:pt x="501" y="1700"/>
                </a:lnTo>
                <a:lnTo>
                  <a:pt x="667" y="1707"/>
                </a:lnTo>
                <a:lnTo>
                  <a:pt x="685" y="1442"/>
                </a:lnTo>
                <a:lnTo>
                  <a:pt x="826" y="1405"/>
                </a:lnTo>
                <a:lnTo>
                  <a:pt x="993" y="1590"/>
                </a:lnTo>
                <a:lnTo>
                  <a:pt x="1103" y="1522"/>
                </a:lnTo>
                <a:lnTo>
                  <a:pt x="993" y="1300"/>
                </a:lnTo>
                <a:lnTo>
                  <a:pt x="1067" y="1207"/>
                </a:lnTo>
                <a:lnTo>
                  <a:pt x="1288" y="1312"/>
                </a:lnTo>
                <a:lnTo>
                  <a:pt x="1355" y="1196"/>
                </a:lnTo>
                <a:lnTo>
                  <a:pt x="1153" y="1047"/>
                </a:lnTo>
                <a:lnTo>
                  <a:pt x="1177" y="918"/>
                </a:lnTo>
                <a:lnTo>
                  <a:pt x="1429" y="894"/>
                </a:lnTo>
                <a:lnTo>
                  <a:pt x="1423" y="764"/>
                </a:lnTo>
                <a:lnTo>
                  <a:pt x="1171" y="727"/>
                </a:lnTo>
                <a:lnTo>
                  <a:pt x="1146" y="629"/>
                </a:lnTo>
                <a:lnTo>
                  <a:pt x="1349" y="487"/>
                </a:lnTo>
                <a:lnTo>
                  <a:pt x="1282" y="370"/>
                </a:lnTo>
                <a:lnTo>
                  <a:pt x="1054" y="462"/>
                </a:lnTo>
                <a:lnTo>
                  <a:pt x="980" y="388"/>
                </a:lnTo>
                <a:lnTo>
                  <a:pt x="1097" y="173"/>
                </a:lnTo>
                <a:lnTo>
                  <a:pt x="986" y="105"/>
                </a:lnTo>
                <a:lnTo>
                  <a:pt x="808" y="283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Freeform 3"/>
          <p:cNvSpPr>
            <a:spLocks/>
          </p:cNvSpPr>
          <p:nvPr/>
        </p:nvSpPr>
        <p:spPr bwMode="hidden">
          <a:xfrm>
            <a:off x="143933" y="15875"/>
            <a:ext cx="1117600" cy="787400"/>
          </a:xfrm>
          <a:custGeom>
            <a:avLst/>
            <a:gdLst/>
            <a:ahLst/>
            <a:cxnLst>
              <a:cxn ang="0">
                <a:pos x="335" y="56"/>
              </a:cxn>
              <a:cxn ang="0">
                <a:pos x="293" y="46"/>
              </a:cxn>
              <a:cxn ang="0">
                <a:pos x="288" y="0"/>
              </a:cxn>
              <a:cxn ang="0">
                <a:pos x="238" y="0"/>
              </a:cxn>
              <a:cxn ang="0">
                <a:pos x="232" y="46"/>
              </a:cxn>
              <a:cxn ang="0">
                <a:pos x="198" y="58"/>
              </a:cxn>
              <a:cxn ang="0">
                <a:pos x="146" y="0"/>
              </a:cxn>
              <a:cxn ang="0">
                <a:pos x="114" y="14"/>
              </a:cxn>
              <a:cxn ang="0">
                <a:pos x="147" y="84"/>
              </a:cxn>
              <a:cxn ang="0">
                <a:pos x="124" y="107"/>
              </a:cxn>
              <a:cxn ang="0">
                <a:pos x="50" y="81"/>
              </a:cxn>
              <a:cxn ang="0">
                <a:pos x="32" y="109"/>
              </a:cxn>
              <a:cxn ang="0">
                <a:pos x="90" y="159"/>
              </a:cxn>
              <a:cxn ang="0">
                <a:pos x="80" y="197"/>
              </a:cxn>
              <a:cxn ang="0">
                <a:pos x="2" y="202"/>
              </a:cxn>
              <a:cxn ang="0">
                <a:pos x="0" y="244"/>
              </a:cxn>
              <a:cxn ang="0">
                <a:pos x="80" y="256"/>
              </a:cxn>
              <a:cxn ang="0">
                <a:pos x="88" y="292"/>
              </a:cxn>
              <a:cxn ang="0">
                <a:pos x="29" y="345"/>
              </a:cxn>
              <a:cxn ang="0">
                <a:pos x="50" y="378"/>
              </a:cxn>
              <a:cxn ang="0">
                <a:pos x="116" y="347"/>
              </a:cxn>
              <a:cxn ang="0">
                <a:pos x="141" y="372"/>
              </a:cxn>
              <a:cxn ang="0">
                <a:pos x="107" y="435"/>
              </a:cxn>
              <a:cxn ang="0">
                <a:pos x="139" y="462"/>
              </a:cxn>
              <a:cxn ang="0">
                <a:pos x="198" y="404"/>
              </a:cxn>
              <a:cxn ang="0">
                <a:pos x="232" y="416"/>
              </a:cxn>
              <a:cxn ang="0">
                <a:pos x="240" y="494"/>
              </a:cxn>
              <a:cxn ang="0">
                <a:pos x="292" y="496"/>
              </a:cxn>
              <a:cxn ang="0">
                <a:pos x="297" y="414"/>
              </a:cxn>
              <a:cxn ang="0">
                <a:pos x="341" y="403"/>
              </a:cxn>
              <a:cxn ang="0">
                <a:pos x="393" y="460"/>
              </a:cxn>
              <a:cxn ang="0">
                <a:pos x="427" y="439"/>
              </a:cxn>
              <a:cxn ang="0">
                <a:pos x="393" y="370"/>
              </a:cxn>
              <a:cxn ang="0">
                <a:pos x="416" y="341"/>
              </a:cxn>
              <a:cxn ang="0">
                <a:pos x="484" y="374"/>
              </a:cxn>
              <a:cxn ang="0">
                <a:pos x="505" y="338"/>
              </a:cxn>
              <a:cxn ang="0">
                <a:pos x="442" y="292"/>
              </a:cxn>
              <a:cxn ang="0">
                <a:pos x="450" y="252"/>
              </a:cxn>
              <a:cxn ang="0">
                <a:pos x="528" y="244"/>
              </a:cxn>
              <a:cxn ang="0">
                <a:pos x="526" y="204"/>
              </a:cxn>
              <a:cxn ang="0">
                <a:pos x="448" y="193"/>
              </a:cxn>
              <a:cxn ang="0">
                <a:pos x="440" y="162"/>
              </a:cxn>
              <a:cxn ang="0">
                <a:pos x="503" y="119"/>
              </a:cxn>
              <a:cxn ang="0">
                <a:pos x="482" y="82"/>
              </a:cxn>
              <a:cxn ang="0">
                <a:pos x="412" y="111"/>
              </a:cxn>
              <a:cxn ang="0">
                <a:pos x="389" y="88"/>
              </a:cxn>
              <a:cxn ang="0">
                <a:pos x="425" y="21"/>
              </a:cxn>
              <a:cxn ang="0">
                <a:pos x="391" y="0"/>
              </a:cxn>
              <a:cxn ang="0">
                <a:pos x="335" y="56"/>
              </a:cxn>
            </a:cxnLst>
            <a:rect l="0" t="0" r="r" b="b"/>
            <a:pathLst>
              <a:path w="528" h="496">
                <a:moveTo>
                  <a:pt x="335" y="56"/>
                </a:moveTo>
                <a:lnTo>
                  <a:pt x="293" y="46"/>
                </a:lnTo>
                <a:lnTo>
                  <a:pt x="288" y="0"/>
                </a:lnTo>
                <a:lnTo>
                  <a:pt x="238" y="0"/>
                </a:lnTo>
                <a:lnTo>
                  <a:pt x="232" y="46"/>
                </a:lnTo>
                <a:lnTo>
                  <a:pt x="198" y="58"/>
                </a:lnTo>
                <a:lnTo>
                  <a:pt x="146" y="0"/>
                </a:lnTo>
                <a:lnTo>
                  <a:pt x="114" y="14"/>
                </a:lnTo>
                <a:lnTo>
                  <a:pt x="147" y="84"/>
                </a:lnTo>
                <a:lnTo>
                  <a:pt x="124" y="107"/>
                </a:lnTo>
                <a:lnTo>
                  <a:pt x="50" y="81"/>
                </a:lnTo>
                <a:lnTo>
                  <a:pt x="32" y="109"/>
                </a:lnTo>
                <a:lnTo>
                  <a:pt x="90" y="159"/>
                </a:lnTo>
                <a:lnTo>
                  <a:pt x="80" y="197"/>
                </a:lnTo>
                <a:lnTo>
                  <a:pt x="2" y="202"/>
                </a:lnTo>
                <a:lnTo>
                  <a:pt x="0" y="244"/>
                </a:lnTo>
                <a:lnTo>
                  <a:pt x="80" y="256"/>
                </a:lnTo>
                <a:lnTo>
                  <a:pt x="88" y="292"/>
                </a:lnTo>
                <a:lnTo>
                  <a:pt x="29" y="345"/>
                </a:lnTo>
                <a:lnTo>
                  <a:pt x="50" y="378"/>
                </a:lnTo>
                <a:lnTo>
                  <a:pt x="116" y="347"/>
                </a:lnTo>
                <a:lnTo>
                  <a:pt x="141" y="372"/>
                </a:lnTo>
                <a:lnTo>
                  <a:pt x="107" y="435"/>
                </a:lnTo>
                <a:lnTo>
                  <a:pt x="139" y="462"/>
                </a:lnTo>
                <a:lnTo>
                  <a:pt x="198" y="404"/>
                </a:lnTo>
                <a:lnTo>
                  <a:pt x="232" y="416"/>
                </a:lnTo>
                <a:lnTo>
                  <a:pt x="240" y="494"/>
                </a:lnTo>
                <a:lnTo>
                  <a:pt x="292" y="496"/>
                </a:lnTo>
                <a:lnTo>
                  <a:pt x="297" y="414"/>
                </a:lnTo>
                <a:lnTo>
                  <a:pt x="341" y="403"/>
                </a:lnTo>
                <a:lnTo>
                  <a:pt x="393" y="460"/>
                </a:lnTo>
                <a:lnTo>
                  <a:pt x="427" y="439"/>
                </a:lnTo>
                <a:lnTo>
                  <a:pt x="393" y="370"/>
                </a:lnTo>
                <a:lnTo>
                  <a:pt x="416" y="341"/>
                </a:lnTo>
                <a:lnTo>
                  <a:pt x="484" y="374"/>
                </a:lnTo>
                <a:lnTo>
                  <a:pt x="505" y="338"/>
                </a:lnTo>
                <a:lnTo>
                  <a:pt x="442" y="292"/>
                </a:lnTo>
                <a:lnTo>
                  <a:pt x="450" y="252"/>
                </a:lnTo>
                <a:lnTo>
                  <a:pt x="528" y="244"/>
                </a:lnTo>
                <a:lnTo>
                  <a:pt x="526" y="204"/>
                </a:lnTo>
                <a:lnTo>
                  <a:pt x="448" y="193"/>
                </a:lnTo>
                <a:lnTo>
                  <a:pt x="440" y="162"/>
                </a:lnTo>
                <a:lnTo>
                  <a:pt x="503" y="119"/>
                </a:lnTo>
                <a:lnTo>
                  <a:pt x="482" y="82"/>
                </a:lnTo>
                <a:lnTo>
                  <a:pt x="412" y="111"/>
                </a:lnTo>
                <a:lnTo>
                  <a:pt x="389" y="88"/>
                </a:lnTo>
                <a:lnTo>
                  <a:pt x="425" y="21"/>
                </a:lnTo>
                <a:lnTo>
                  <a:pt x="391" y="0"/>
                </a:lnTo>
                <a:lnTo>
                  <a:pt x="335" y="56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Freeform 4"/>
          <p:cNvSpPr>
            <a:spLocks/>
          </p:cNvSpPr>
          <p:nvPr/>
        </p:nvSpPr>
        <p:spPr bwMode="hidden">
          <a:xfrm>
            <a:off x="1589617" y="354014"/>
            <a:ext cx="3022600" cy="22701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49" name="Freeform 5"/>
          <p:cNvSpPr>
            <a:spLocks/>
          </p:cNvSpPr>
          <p:nvPr/>
        </p:nvSpPr>
        <p:spPr bwMode="hidden">
          <a:xfrm>
            <a:off x="3376084" y="1270000"/>
            <a:ext cx="4893733" cy="3671888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0" name="Freeform 6"/>
          <p:cNvSpPr>
            <a:spLocks/>
          </p:cNvSpPr>
          <p:nvPr/>
        </p:nvSpPr>
        <p:spPr bwMode="hidden">
          <a:xfrm>
            <a:off x="4233" y="4797425"/>
            <a:ext cx="4557184" cy="2097088"/>
          </a:xfrm>
          <a:custGeom>
            <a:avLst/>
            <a:gdLst/>
            <a:ahLst/>
            <a:cxnLst>
              <a:cxn ang="0">
                <a:pos x="1368" y="358"/>
              </a:cxn>
              <a:cxn ang="0">
                <a:pos x="1197" y="318"/>
              </a:cxn>
              <a:cxn ang="0">
                <a:pos x="1173" y="0"/>
              </a:cxn>
              <a:cxn ang="0">
                <a:pos x="964" y="16"/>
              </a:cxn>
              <a:cxn ang="0">
                <a:pos x="948" y="318"/>
              </a:cxn>
              <a:cxn ang="0">
                <a:pos x="808" y="366"/>
              </a:cxn>
              <a:cxn ang="0">
                <a:pos x="606" y="109"/>
              </a:cxn>
              <a:cxn ang="0">
                <a:pos x="467" y="187"/>
              </a:cxn>
              <a:cxn ang="0">
                <a:pos x="599" y="474"/>
              </a:cxn>
              <a:cxn ang="0">
                <a:pos x="506" y="568"/>
              </a:cxn>
              <a:cxn ang="0">
                <a:pos x="202" y="459"/>
              </a:cxn>
              <a:cxn ang="0">
                <a:pos x="132" y="576"/>
              </a:cxn>
              <a:cxn ang="0">
                <a:pos x="365" y="778"/>
              </a:cxn>
              <a:cxn ang="0">
                <a:pos x="327" y="933"/>
              </a:cxn>
              <a:cxn ang="0">
                <a:pos x="7" y="956"/>
              </a:cxn>
              <a:cxn ang="0">
                <a:pos x="0" y="1128"/>
              </a:cxn>
              <a:cxn ang="0">
                <a:pos x="327" y="1174"/>
              </a:cxn>
              <a:cxn ang="0">
                <a:pos x="358" y="1321"/>
              </a:cxn>
              <a:cxn ang="0">
                <a:pos x="1804" y="1321"/>
              </a:cxn>
              <a:cxn ang="0">
                <a:pos x="1835" y="1158"/>
              </a:cxn>
              <a:cxn ang="0">
                <a:pos x="2153" y="1128"/>
              </a:cxn>
              <a:cxn ang="0">
                <a:pos x="2146" y="964"/>
              </a:cxn>
              <a:cxn ang="0">
                <a:pos x="1827" y="917"/>
              </a:cxn>
              <a:cxn ang="0">
                <a:pos x="1795" y="793"/>
              </a:cxn>
              <a:cxn ang="0">
                <a:pos x="2052" y="615"/>
              </a:cxn>
              <a:cxn ang="0">
                <a:pos x="1967" y="467"/>
              </a:cxn>
              <a:cxn ang="0">
                <a:pos x="1679" y="583"/>
              </a:cxn>
              <a:cxn ang="0">
                <a:pos x="1586" y="490"/>
              </a:cxn>
              <a:cxn ang="0">
                <a:pos x="1733" y="218"/>
              </a:cxn>
              <a:cxn ang="0">
                <a:pos x="1593" y="132"/>
              </a:cxn>
              <a:cxn ang="0">
                <a:pos x="1368" y="358"/>
              </a:cxn>
            </a:cxnLst>
            <a:rect l="0" t="0" r="r" b="b"/>
            <a:pathLst>
              <a:path w="2153" h="1321">
                <a:moveTo>
                  <a:pt x="1368" y="358"/>
                </a:moveTo>
                <a:lnTo>
                  <a:pt x="1197" y="318"/>
                </a:lnTo>
                <a:lnTo>
                  <a:pt x="1173" y="0"/>
                </a:lnTo>
                <a:lnTo>
                  <a:pt x="964" y="16"/>
                </a:lnTo>
                <a:lnTo>
                  <a:pt x="948" y="318"/>
                </a:lnTo>
                <a:lnTo>
                  <a:pt x="808" y="366"/>
                </a:lnTo>
                <a:lnTo>
                  <a:pt x="606" y="109"/>
                </a:lnTo>
                <a:lnTo>
                  <a:pt x="467" y="187"/>
                </a:lnTo>
                <a:lnTo>
                  <a:pt x="599" y="474"/>
                </a:lnTo>
                <a:lnTo>
                  <a:pt x="506" y="568"/>
                </a:lnTo>
                <a:lnTo>
                  <a:pt x="202" y="459"/>
                </a:lnTo>
                <a:lnTo>
                  <a:pt x="132" y="576"/>
                </a:lnTo>
                <a:lnTo>
                  <a:pt x="365" y="778"/>
                </a:lnTo>
                <a:lnTo>
                  <a:pt x="327" y="933"/>
                </a:lnTo>
                <a:lnTo>
                  <a:pt x="7" y="956"/>
                </a:lnTo>
                <a:lnTo>
                  <a:pt x="0" y="1128"/>
                </a:lnTo>
                <a:lnTo>
                  <a:pt x="327" y="1174"/>
                </a:lnTo>
                <a:lnTo>
                  <a:pt x="358" y="1321"/>
                </a:lnTo>
                <a:lnTo>
                  <a:pt x="1804" y="1321"/>
                </a:lnTo>
                <a:lnTo>
                  <a:pt x="1835" y="1158"/>
                </a:lnTo>
                <a:lnTo>
                  <a:pt x="2153" y="1128"/>
                </a:lnTo>
                <a:lnTo>
                  <a:pt x="2146" y="964"/>
                </a:lnTo>
                <a:lnTo>
                  <a:pt x="1827" y="917"/>
                </a:lnTo>
                <a:lnTo>
                  <a:pt x="1795" y="793"/>
                </a:lnTo>
                <a:lnTo>
                  <a:pt x="2052" y="615"/>
                </a:lnTo>
                <a:lnTo>
                  <a:pt x="1967" y="467"/>
                </a:lnTo>
                <a:lnTo>
                  <a:pt x="1679" y="583"/>
                </a:lnTo>
                <a:lnTo>
                  <a:pt x="1586" y="490"/>
                </a:lnTo>
                <a:lnTo>
                  <a:pt x="1733" y="218"/>
                </a:lnTo>
                <a:lnTo>
                  <a:pt x="1593" y="132"/>
                </a:lnTo>
                <a:lnTo>
                  <a:pt x="1368" y="358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1" name="Freeform 7"/>
          <p:cNvSpPr>
            <a:spLocks/>
          </p:cNvSpPr>
          <p:nvPr/>
        </p:nvSpPr>
        <p:spPr bwMode="hidden">
          <a:xfrm>
            <a:off x="5992285" y="4425951"/>
            <a:ext cx="3018367" cy="226377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2" name="Freeform 8"/>
          <p:cNvSpPr>
            <a:spLocks/>
          </p:cNvSpPr>
          <p:nvPr/>
        </p:nvSpPr>
        <p:spPr bwMode="hidden">
          <a:xfrm>
            <a:off x="7528985" y="487363"/>
            <a:ext cx="3905249" cy="29305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3" name="Freeform 9"/>
          <p:cNvSpPr>
            <a:spLocks/>
          </p:cNvSpPr>
          <p:nvPr/>
        </p:nvSpPr>
        <p:spPr bwMode="hidden">
          <a:xfrm>
            <a:off x="9529233" y="2555876"/>
            <a:ext cx="2677584" cy="3997325"/>
          </a:xfrm>
          <a:custGeom>
            <a:avLst/>
            <a:gdLst/>
            <a:ahLst/>
            <a:cxnLst>
              <a:cxn ang="0">
                <a:pos x="1265" y="0"/>
              </a:cxn>
              <a:cxn ang="0">
                <a:pos x="1128" y="18"/>
              </a:cxn>
              <a:cxn ang="0">
                <a:pos x="1110" y="372"/>
              </a:cxn>
              <a:cxn ang="0">
                <a:pos x="946" y="428"/>
              </a:cxn>
              <a:cxn ang="0">
                <a:pos x="710" y="127"/>
              </a:cxn>
              <a:cxn ang="0">
                <a:pos x="546" y="219"/>
              </a:cxn>
              <a:cxn ang="0">
                <a:pos x="701" y="555"/>
              </a:cxn>
              <a:cxn ang="0">
                <a:pos x="592" y="665"/>
              </a:cxn>
              <a:cxn ang="0">
                <a:pos x="237" y="537"/>
              </a:cxn>
              <a:cxn ang="0">
                <a:pos x="155" y="674"/>
              </a:cxn>
              <a:cxn ang="0">
                <a:pos x="427" y="911"/>
              </a:cxn>
              <a:cxn ang="0">
                <a:pos x="383" y="1093"/>
              </a:cxn>
              <a:cxn ang="0">
                <a:pos x="9" y="1121"/>
              </a:cxn>
              <a:cxn ang="0">
                <a:pos x="0" y="1322"/>
              </a:cxn>
              <a:cxn ang="0">
                <a:pos x="383" y="1376"/>
              </a:cxn>
              <a:cxn ang="0">
                <a:pos x="419" y="1549"/>
              </a:cxn>
              <a:cxn ang="0">
                <a:pos x="136" y="1804"/>
              </a:cxn>
              <a:cxn ang="0">
                <a:pos x="237" y="1959"/>
              </a:cxn>
              <a:cxn ang="0">
                <a:pos x="555" y="1813"/>
              </a:cxn>
              <a:cxn ang="0">
                <a:pos x="674" y="1932"/>
              </a:cxn>
              <a:cxn ang="0">
                <a:pos x="509" y="2232"/>
              </a:cxn>
              <a:cxn ang="0">
                <a:pos x="664" y="2360"/>
              </a:cxn>
              <a:cxn ang="0">
                <a:pos x="946" y="2087"/>
              </a:cxn>
              <a:cxn ang="0">
                <a:pos x="1110" y="2142"/>
              </a:cxn>
              <a:cxn ang="0">
                <a:pos x="1147" y="2515"/>
              </a:cxn>
              <a:cxn ang="0">
                <a:pos x="1265" y="2518"/>
              </a:cxn>
              <a:cxn ang="0">
                <a:pos x="1265" y="0"/>
              </a:cxn>
            </a:cxnLst>
            <a:rect l="0" t="0" r="r" b="b"/>
            <a:pathLst>
              <a:path w="1265" h="2518">
                <a:moveTo>
                  <a:pt x="1265" y="0"/>
                </a:moveTo>
                <a:lnTo>
                  <a:pt x="1128" y="18"/>
                </a:lnTo>
                <a:lnTo>
                  <a:pt x="1110" y="372"/>
                </a:lnTo>
                <a:lnTo>
                  <a:pt x="946" y="428"/>
                </a:lnTo>
                <a:lnTo>
                  <a:pt x="710" y="127"/>
                </a:lnTo>
                <a:lnTo>
                  <a:pt x="546" y="219"/>
                </a:lnTo>
                <a:lnTo>
                  <a:pt x="701" y="555"/>
                </a:lnTo>
                <a:lnTo>
                  <a:pt x="592" y="665"/>
                </a:lnTo>
                <a:lnTo>
                  <a:pt x="237" y="537"/>
                </a:lnTo>
                <a:lnTo>
                  <a:pt x="155" y="674"/>
                </a:lnTo>
                <a:lnTo>
                  <a:pt x="427" y="911"/>
                </a:lnTo>
                <a:lnTo>
                  <a:pt x="383" y="1093"/>
                </a:lnTo>
                <a:lnTo>
                  <a:pt x="9" y="1121"/>
                </a:lnTo>
                <a:lnTo>
                  <a:pt x="0" y="1322"/>
                </a:lnTo>
                <a:lnTo>
                  <a:pt x="383" y="1376"/>
                </a:lnTo>
                <a:lnTo>
                  <a:pt x="419" y="1549"/>
                </a:lnTo>
                <a:lnTo>
                  <a:pt x="136" y="1804"/>
                </a:lnTo>
                <a:lnTo>
                  <a:pt x="237" y="1959"/>
                </a:lnTo>
                <a:lnTo>
                  <a:pt x="555" y="1813"/>
                </a:lnTo>
                <a:lnTo>
                  <a:pt x="674" y="1932"/>
                </a:lnTo>
                <a:lnTo>
                  <a:pt x="509" y="2232"/>
                </a:lnTo>
                <a:lnTo>
                  <a:pt x="664" y="2360"/>
                </a:lnTo>
                <a:lnTo>
                  <a:pt x="946" y="2087"/>
                </a:lnTo>
                <a:lnTo>
                  <a:pt x="1110" y="2142"/>
                </a:lnTo>
                <a:lnTo>
                  <a:pt x="1147" y="2515"/>
                </a:lnTo>
                <a:lnTo>
                  <a:pt x="1265" y="2518"/>
                </a:lnTo>
                <a:lnTo>
                  <a:pt x="1265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pic>
        <p:nvPicPr>
          <p:cNvPr id="2058" name="Picture 10" descr="Facbanna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invGray">
          <a:xfrm>
            <a:off x="4234" y="-3175"/>
            <a:ext cx="10710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9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3048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16764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2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158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736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159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D8398CF-1905-4762-A4CF-B039352649CB}" type="slidenum">
              <a:rPr lang="en-US">
                <a:solidFill>
                  <a:srgbClr val="EBD18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67316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>
    <p:wipe dir="r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SzPct val="80000"/>
        <a:buFont typeface="Wingdings" panose="05000000000000000000" pitchFamily="2" charset="2"/>
        <a:buChar char="®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SzPct val="70000"/>
        <a:buFont typeface="Wingdings" panose="05000000000000000000" pitchFamily="2" charset="2"/>
        <a:buChar char="®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60000"/>
        <a:buFont typeface="Wingdings" panose="05000000000000000000" pitchFamily="2" charset="2"/>
        <a:buChar char="®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2209800" y="152400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 b="1">
                <a:solidFill>
                  <a:srgbClr val="EBD189"/>
                </a:solidFill>
                <a:latin typeface="Times New Roman" panose="02020603050405020304" pitchFamily="18" charset="0"/>
              </a:rPr>
              <a:t>Illustration of a Sample Flow Chart</a:t>
            </a:r>
          </a:p>
        </p:txBody>
      </p:sp>
      <p:grpSp>
        <p:nvGrpSpPr>
          <p:cNvPr id="52227" name="Group 3"/>
          <p:cNvGrpSpPr>
            <a:grpSpLocks/>
          </p:cNvGrpSpPr>
          <p:nvPr/>
        </p:nvGrpSpPr>
        <p:grpSpPr bwMode="auto">
          <a:xfrm>
            <a:off x="1752600" y="990600"/>
            <a:ext cx="8686800" cy="241300"/>
            <a:chOff x="384" y="625"/>
            <a:chExt cx="4992" cy="151"/>
          </a:xfrm>
        </p:grpSpPr>
        <p:grpSp>
          <p:nvGrpSpPr>
            <p:cNvPr id="52260" name="Group 4"/>
            <p:cNvGrpSpPr>
              <a:grpSpLocks/>
            </p:cNvGrpSpPr>
            <p:nvPr/>
          </p:nvGrpSpPr>
          <p:grpSpPr bwMode="auto">
            <a:xfrm>
              <a:off x="384" y="625"/>
              <a:ext cx="4992" cy="144"/>
              <a:chOff x="384" y="625"/>
              <a:chExt cx="4992" cy="144"/>
            </a:xfrm>
          </p:grpSpPr>
          <p:pic>
            <p:nvPicPr>
              <p:cNvPr id="52262" name="Picture 5" descr="bd15156_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625"/>
                <a:ext cx="4992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2263" name="Picture 6" descr="bd15034_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685"/>
                <a:ext cx="499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52261" name="Picture 7" descr="bd21319_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728"/>
              <a:ext cx="499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1524001" y="1447800"/>
            <a:ext cx="9096375" cy="4679950"/>
            <a:chOff x="486" y="1410"/>
            <a:chExt cx="4614" cy="1863"/>
          </a:xfrm>
        </p:grpSpPr>
        <p:grpSp>
          <p:nvGrpSpPr>
            <p:cNvPr id="52229" name="Group 9"/>
            <p:cNvGrpSpPr>
              <a:grpSpLocks/>
            </p:cNvGrpSpPr>
            <p:nvPr/>
          </p:nvGrpSpPr>
          <p:grpSpPr bwMode="auto">
            <a:xfrm>
              <a:off x="486" y="1660"/>
              <a:ext cx="709" cy="872"/>
              <a:chOff x="480" y="1704"/>
              <a:chExt cx="709" cy="872"/>
            </a:xfrm>
          </p:grpSpPr>
          <p:sp>
            <p:nvSpPr>
              <p:cNvPr id="52258" name="Oval 10"/>
              <p:cNvSpPr>
                <a:spLocks noChangeArrowheads="1"/>
              </p:cNvSpPr>
              <p:nvPr/>
            </p:nvSpPr>
            <p:spPr bwMode="auto">
              <a:xfrm>
                <a:off x="562" y="2330"/>
                <a:ext cx="246" cy="246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EAEAEA"/>
                  </a:solidFill>
                </a:endParaRPr>
              </a:p>
            </p:txBody>
          </p:sp>
          <p:sp>
            <p:nvSpPr>
              <p:cNvPr id="52259" name="Text Box 11"/>
              <p:cNvSpPr txBox="1">
                <a:spLocks noChangeArrowheads="1"/>
              </p:cNvSpPr>
              <p:nvPr/>
            </p:nvSpPr>
            <p:spPr bwMode="auto">
              <a:xfrm>
                <a:off x="480" y="1704"/>
                <a:ext cx="709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>
                    <a:solidFill>
                      <a:srgbClr val="EAEAEA"/>
                    </a:solidFill>
                    <a:latin typeface="Bookman Old Style" panose="02050604050505020204" pitchFamily="18" charset="0"/>
                  </a:rPr>
                  <a:t>Operator 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>
                    <a:solidFill>
                      <a:srgbClr val="EAEAEA"/>
                    </a:solidFill>
                    <a:latin typeface="Bookman Old Style" panose="02050604050505020204" pitchFamily="18" charset="0"/>
                  </a:rPr>
                  <a:t>takes phone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>
                    <a:solidFill>
                      <a:srgbClr val="EAEAEA"/>
                    </a:solidFill>
                    <a:latin typeface="Bookman Old Style" panose="02050604050505020204" pitchFamily="18" charset="0"/>
                  </a:rPr>
                  <a:t>order.</a:t>
                </a:r>
              </a:p>
            </p:txBody>
          </p:sp>
        </p:grpSp>
        <p:cxnSp>
          <p:nvCxnSpPr>
            <p:cNvPr id="52230" name="AutoShape 12"/>
            <p:cNvCxnSpPr>
              <a:cxnSpLocks noChangeShapeType="1"/>
              <a:stCxn id="52258" idx="6"/>
              <a:endCxn id="52256" idx="1"/>
            </p:cNvCxnSpPr>
            <p:nvPr/>
          </p:nvCxnSpPr>
          <p:spPr bwMode="auto">
            <a:xfrm>
              <a:off x="814" y="2409"/>
              <a:ext cx="65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52231" name="Group 13"/>
            <p:cNvGrpSpPr>
              <a:grpSpLocks/>
            </p:cNvGrpSpPr>
            <p:nvPr/>
          </p:nvGrpSpPr>
          <p:grpSpPr bwMode="auto">
            <a:xfrm>
              <a:off x="1387" y="1660"/>
              <a:ext cx="710" cy="872"/>
              <a:chOff x="1381" y="1704"/>
              <a:chExt cx="710" cy="872"/>
            </a:xfrm>
          </p:grpSpPr>
          <p:sp>
            <p:nvSpPr>
              <p:cNvPr id="52256" name="AutoShape 14"/>
              <p:cNvSpPr>
                <a:spLocks noChangeArrowheads="1"/>
              </p:cNvSpPr>
              <p:nvPr/>
            </p:nvSpPr>
            <p:spPr bwMode="auto">
              <a:xfrm>
                <a:off x="1463" y="2330"/>
                <a:ext cx="245" cy="246"/>
              </a:xfrm>
              <a:prstGeom prst="flowChartDelay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EAEAEA"/>
                  </a:solidFill>
                </a:endParaRPr>
              </a:p>
            </p:txBody>
          </p:sp>
          <p:sp>
            <p:nvSpPr>
              <p:cNvPr id="52257" name="Text Box 15"/>
              <p:cNvSpPr txBox="1">
                <a:spLocks noChangeArrowheads="1"/>
              </p:cNvSpPr>
              <p:nvPr/>
            </p:nvSpPr>
            <p:spPr bwMode="auto">
              <a:xfrm>
                <a:off x="1381" y="1704"/>
                <a:ext cx="710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>
                    <a:solidFill>
                      <a:srgbClr val="EAEAEA"/>
                    </a:solidFill>
                    <a:latin typeface="Bookman Old Style" panose="02050604050505020204" pitchFamily="18" charset="0"/>
                  </a:rPr>
                  <a:t>Orders wait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>
                    <a:solidFill>
                      <a:srgbClr val="EAEAEA"/>
                    </a:solidFill>
                    <a:latin typeface="Bookman Old Style" panose="02050604050505020204" pitchFamily="18" charset="0"/>
                  </a:rPr>
                  <a:t>to be picked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>
                    <a:solidFill>
                      <a:srgbClr val="EAEAEA"/>
                    </a:solidFill>
                    <a:latin typeface="Bookman Old Style" panose="02050604050505020204" pitchFamily="18" charset="0"/>
                  </a:rPr>
                  <a:t>up.</a:t>
                </a:r>
              </a:p>
            </p:txBody>
          </p:sp>
        </p:grpSp>
        <p:cxnSp>
          <p:nvCxnSpPr>
            <p:cNvPr id="52232" name="AutoShape 16"/>
            <p:cNvCxnSpPr>
              <a:cxnSpLocks noChangeShapeType="1"/>
              <a:stCxn id="52256" idx="3"/>
              <a:endCxn id="52245" idx="1"/>
            </p:cNvCxnSpPr>
            <p:nvPr/>
          </p:nvCxnSpPr>
          <p:spPr bwMode="auto">
            <a:xfrm>
              <a:off x="1714" y="2409"/>
              <a:ext cx="246" cy="1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233" name="Rectangle 17"/>
            <p:cNvSpPr>
              <a:spLocks noChangeArrowheads="1"/>
            </p:cNvSpPr>
            <p:nvPr/>
          </p:nvSpPr>
          <p:spPr bwMode="auto">
            <a:xfrm>
              <a:off x="3352" y="2286"/>
              <a:ext cx="246" cy="246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EAEAEA"/>
                </a:solidFill>
              </a:endParaRPr>
            </a:p>
          </p:txBody>
        </p:sp>
        <p:sp>
          <p:nvSpPr>
            <p:cNvPr id="52234" name="Text Box 18"/>
            <p:cNvSpPr txBox="1">
              <a:spLocks noChangeArrowheads="1"/>
            </p:cNvSpPr>
            <p:nvPr/>
          </p:nvSpPr>
          <p:spPr bwMode="auto">
            <a:xfrm>
              <a:off x="3168" y="2600"/>
              <a:ext cx="79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EAEAEA"/>
                  </a:solidFill>
                  <a:latin typeface="Bookman Old Style" panose="02050604050505020204" pitchFamily="18" charset="0"/>
                </a:rPr>
                <a:t>Supervisor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EAEAEA"/>
                  </a:solidFill>
                  <a:latin typeface="Bookman Old Style" panose="02050604050505020204" pitchFamily="18" charset="0"/>
                </a:rPr>
                <a:t>inspects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EAEAEA"/>
                  </a:solidFill>
                  <a:latin typeface="Bookman Old Style" panose="02050604050505020204" pitchFamily="18" charset="0"/>
                </a:rPr>
                <a:t>orders.</a:t>
              </a:r>
            </a:p>
          </p:txBody>
        </p:sp>
        <p:cxnSp>
          <p:nvCxnSpPr>
            <p:cNvPr id="52235" name="AutoShape 19"/>
            <p:cNvCxnSpPr>
              <a:cxnSpLocks noChangeShapeType="1"/>
              <a:stCxn id="52248" idx="3"/>
              <a:endCxn id="52233" idx="1"/>
            </p:cNvCxnSpPr>
            <p:nvPr/>
          </p:nvCxnSpPr>
          <p:spPr bwMode="auto">
            <a:xfrm>
              <a:off x="2943" y="2409"/>
              <a:ext cx="40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36" name="AutoShape 20"/>
            <p:cNvCxnSpPr>
              <a:cxnSpLocks noChangeShapeType="1"/>
              <a:stCxn id="52233" idx="3"/>
              <a:endCxn id="52254" idx="1"/>
            </p:cNvCxnSpPr>
            <p:nvPr/>
          </p:nvCxnSpPr>
          <p:spPr bwMode="auto">
            <a:xfrm>
              <a:off x="3598" y="2409"/>
              <a:ext cx="4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237" name="Oval 21"/>
            <p:cNvSpPr>
              <a:spLocks noChangeArrowheads="1"/>
            </p:cNvSpPr>
            <p:nvPr/>
          </p:nvSpPr>
          <p:spPr bwMode="auto">
            <a:xfrm>
              <a:off x="4581" y="2696"/>
              <a:ext cx="246" cy="246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EAEAEA"/>
                </a:solidFill>
              </a:endParaRPr>
            </a:p>
          </p:txBody>
        </p:sp>
        <p:sp>
          <p:nvSpPr>
            <p:cNvPr id="52238" name="Text Box 22"/>
            <p:cNvSpPr txBox="1">
              <a:spLocks noChangeArrowheads="1"/>
            </p:cNvSpPr>
            <p:nvPr/>
          </p:nvSpPr>
          <p:spPr bwMode="auto">
            <a:xfrm>
              <a:off x="4464" y="3042"/>
              <a:ext cx="5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EAEAEA"/>
                  </a:solidFill>
                  <a:latin typeface="Bookman Old Style" panose="02050604050505020204" pitchFamily="18" charset="0"/>
                </a:rPr>
                <a:t>Order is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EAEAEA"/>
                  </a:solidFill>
                  <a:latin typeface="Bookman Old Style" panose="02050604050505020204" pitchFamily="18" charset="0"/>
                </a:rPr>
                <a:t>fulfilled.</a:t>
              </a:r>
            </a:p>
          </p:txBody>
        </p:sp>
        <p:sp>
          <p:nvSpPr>
            <p:cNvPr id="52239" name="AutoShape 23"/>
            <p:cNvSpPr>
              <a:spLocks noChangeArrowheads="1"/>
            </p:cNvSpPr>
            <p:nvPr/>
          </p:nvSpPr>
          <p:spPr bwMode="auto">
            <a:xfrm>
              <a:off x="4581" y="1877"/>
              <a:ext cx="246" cy="246"/>
            </a:xfrm>
            <a:prstGeom prst="flowChartDelay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EAEAEA"/>
                </a:solidFill>
              </a:endParaRPr>
            </a:p>
          </p:txBody>
        </p:sp>
        <p:sp>
          <p:nvSpPr>
            <p:cNvPr id="52240" name="Text Box 24"/>
            <p:cNvSpPr txBox="1">
              <a:spLocks noChangeArrowheads="1"/>
            </p:cNvSpPr>
            <p:nvPr/>
          </p:nvSpPr>
          <p:spPr bwMode="auto">
            <a:xfrm>
              <a:off x="4357" y="1410"/>
              <a:ext cx="74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EAEAEA"/>
                  </a:solidFill>
                  <a:latin typeface="Bookman Old Style" panose="02050604050505020204" pitchFamily="18" charset="0"/>
                </a:rPr>
                <a:t>Order waits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EAEAEA"/>
                  </a:solidFill>
                  <a:latin typeface="Bookman Old Style" panose="02050604050505020204" pitchFamily="18" charset="0"/>
                </a:rPr>
                <a:t>for sales rep.</a:t>
              </a:r>
            </a:p>
          </p:txBody>
        </p:sp>
        <p:grpSp>
          <p:nvGrpSpPr>
            <p:cNvPr id="52241" name="Group 25"/>
            <p:cNvGrpSpPr>
              <a:grpSpLocks/>
            </p:cNvGrpSpPr>
            <p:nvPr/>
          </p:nvGrpSpPr>
          <p:grpSpPr bwMode="auto">
            <a:xfrm>
              <a:off x="4008" y="2233"/>
              <a:ext cx="863" cy="299"/>
              <a:chOff x="4002" y="2277"/>
              <a:chExt cx="863" cy="299"/>
            </a:xfrm>
          </p:grpSpPr>
          <p:sp>
            <p:nvSpPr>
              <p:cNvPr id="52254" name="AutoShape 26"/>
              <p:cNvSpPr>
                <a:spLocks noChangeArrowheads="1"/>
              </p:cNvSpPr>
              <p:nvPr/>
            </p:nvSpPr>
            <p:spPr bwMode="auto">
              <a:xfrm>
                <a:off x="4002" y="2330"/>
                <a:ext cx="245" cy="246"/>
              </a:xfrm>
              <a:prstGeom prst="diamond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EAEAEA"/>
                  </a:solidFill>
                </a:endParaRPr>
              </a:p>
            </p:txBody>
          </p:sp>
          <p:sp>
            <p:nvSpPr>
              <p:cNvPr id="52255" name="Text Box 27"/>
              <p:cNvSpPr txBox="1">
                <a:spLocks noChangeArrowheads="1"/>
              </p:cNvSpPr>
              <p:nvPr/>
            </p:nvSpPr>
            <p:spPr bwMode="auto">
              <a:xfrm>
                <a:off x="4247" y="2277"/>
                <a:ext cx="61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>
                    <a:solidFill>
                      <a:srgbClr val="EAEAEA"/>
                    </a:solidFill>
                    <a:latin typeface="Bookman Old Style" panose="02050604050505020204" pitchFamily="18" charset="0"/>
                  </a:rPr>
                  <a:t>Is order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>
                    <a:solidFill>
                      <a:srgbClr val="EAEAEA"/>
                    </a:solidFill>
                    <a:latin typeface="Bookman Old Style" panose="02050604050505020204" pitchFamily="18" charset="0"/>
                  </a:rPr>
                  <a:t>complete?</a:t>
                </a:r>
              </a:p>
            </p:txBody>
          </p:sp>
        </p:grpSp>
        <p:grpSp>
          <p:nvGrpSpPr>
            <p:cNvPr id="52242" name="Group 28"/>
            <p:cNvGrpSpPr>
              <a:grpSpLocks/>
            </p:cNvGrpSpPr>
            <p:nvPr/>
          </p:nvGrpSpPr>
          <p:grpSpPr bwMode="auto">
            <a:xfrm>
              <a:off x="3990" y="2532"/>
              <a:ext cx="591" cy="412"/>
              <a:chOff x="3984" y="2576"/>
              <a:chExt cx="591" cy="412"/>
            </a:xfrm>
          </p:grpSpPr>
          <p:cxnSp>
            <p:nvCxnSpPr>
              <p:cNvPr id="52252" name="AutoShape 29"/>
              <p:cNvCxnSpPr>
                <a:cxnSpLocks noChangeShapeType="1"/>
                <a:stCxn id="52254" idx="2"/>
                <a:endCxn id="52237" idx="2"/>
              </p:cNvCxnSpPr>
              <p:nvPr/>
            </p:nvCxnSpPr>
            <p:spPr bwMode="auto">
              <a:xfrm rot="16200000" flipH="1">
                <a:off x="4206" y="2495"/>
                <a:ext cx="287" cy="450"/>
              </a:xfrm>
              <a:prstGeom prst="bentConnector2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2253" name="Text Box 30"/>
              <p:cNvSpPr txBox="1">
                <a:spLocks noChangeArrowheads="1"/>
              </p:cNvSpPr>
              <p:nvPr/>
            </p:nvSpPr>
            <p:spPr bwMode="auto">
              <a:xfrm>
                <a:off x="3984" y="2854"/>
                <a:ext cx="26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>
                    <a:solidFill>
                      <a:srgbClr val="EAEAEA"/>
                    </a:solidFill>
                    <a:latin typeface="Bookman Old Style" panose="02050604050505020204" pitchFamily="18" charset="0"/>
                  </a:rPr>
                  <a:t>Yes</a:t>
                </a:r>
              </a:p>
            </p:txBody>
          </p:sp>
        </p:grpSp>
        <p:grpSp>
          <p:nvGrpSpPr>
            <p:cNvPr id="52243" name="Group 31"/>
            <p:cNvGrpSpPr>
              <a:grpSpLocks/>
            </p:cNvGrpSpPr>
            <p:nvPr/>
          </p:nvGrpSpPr>
          <p:grpSpPr bwMode="auto">
            <a:xfrm>
              <a:off x="4008" y="1742"/>
              <a:ext cx="573" cy="544"/>
              <a:chOff x="4002" y="1786"/>
              <a:chExt cx="573" cy="544"/>
            </a:xfrm>
          </p:grpSpPr>
          <p:cxnSp>
            <p:nvCxnSpPr>
              <p:cNvPr id="52250" name="AutoShape 32"/>
              <p:cNvCxnSpPr>
                <a:cxnSpLocks noChangeShapeType="1"/>
                <a:stCxn id="52254" idx="0"/>
                <a:endCxn id="52239" idx="1"/>
              </p:cNvCxnSpPr>
              <p:nvPr/>
            </p:nvCxnSpPr>
            <p:spPr bwMode="auto">
              <a:xfrm rot="-5400000">
                <a:off x="4207" y="1962"/>
                <a:ext cx="286" cy="450"/>
              </a:xfrm>
              <a:prstGeom prst="bentConnector2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2251" name="Text Box 33"/>
              <p:cNvSpPr txBox="1">
                <a:spLocks noChangeArrowheads="1"/>
              </p:cNvSpPr>
              <p:nvPr/>
            </p:nvSpPr>
            <p:spPr bwMode="auto">
              <a:xfrm>
                <a:off x="4002" y="1786"/>
                <a:ext cx="228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>
                    <a:solidFill>
                      <a:srgbClr val="EAEAEA"/>
                    </a:solidFill>
                    <a:latin typeface="Bookman Old Style" panose="02050604050505020204" pitchFamily="18" charset="0"/>
                  </a:rPr>
                  <a:t>No</a:t>
                </a:r>
              </a:p>
            </p:txBody>
          </p:sp>
        </p:grpSp>
        <p:sp>
          <p:nvSpPr>
            <p:cNvPr id="52244" name="Text Box 34"/>
            <p:cNvSpPr txBox="1">
              <a:spLocks noChangeArrowheads="1"/>
            </p:cNvSpPr>
            <p:nvPr/>
          </p:nvSpPr>
          <p:spPr bwMode="auto">
            <a:xfrm>
              <a:off x="1821" y="2590"/>
              <a:ext cx="698" cy="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EAEAEA"/>
                  </a:solidFill>
                  <a:latin typeface="Bookman Old Style" panose="02050604050505020204" pitchFamily="18" charset="0"/>
                </a:rPr>
                <a:t>Orders are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EAEAEA"/>
                  </a:solidFill>
                  <a:latin typeface="Bookman Old Style" panose="02050604050505020204" pitchFamily="18" charset="0"/>
                </a:rPr>
                <a:t>moved to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EAEAEA"/>
                  </a:solidFill>
                  <a:latin typeface="Bookman Old Style" panose="02050604050505020204" pitchFamily="18" charset="0"/>
                </a:rPr>
                <a:t>supervisor’s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EAEAEA"/>
                  </a:solidFill>
                  <a:latin typeface="Bookman Old Style" panose="02050604050505020204" pitchFamily="18" charset="0"/>
                </a:rPr>
                <a:t>in-box.</a:t>
              </a:r>
            </a:p>
          </p:txBody>
        </p:sp>
        <p:sp>
          <p:nvSpPr>
            <p:cNvPr id="52245" name="AutoShape 35"/>
            <p:cNvSpPr>
              <a:spLocks noChangeArrowheads="1"/>
            </p:cNvSpPr>
            <p:nvPr/>
          </p:nvSpPr>
          <p:spPr bwMode="auto">
            <a:xfrm>
              <a:off x="1960" y="2288"/>
              <a:ext cx="492" cy="244"/>
            </a:xfrm>
            <a:prstGeom prst="rightArrow">
              <a:avLst>
                <a:gd name="adj1" fmla="val 50000"/>
                <a:gd name="adj2" fmla="val 5041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EAEAEA"/>
                </a:solidFill>
              </a:endParaRPr>
            </a:p>
          </p:txBody>
        </p:sp>
        <p:cxnSp>
          <p:nvCxnSpPr>
            <p:cNvPr id="52246" name="AutoShape 36"/>
            <p:cNvCxnSpPr>
              <a:cxnSpLocks noChangeShapeType="1"/>
              <a:stCxn id="52245" idx="3"/>
              <a:endCxn id="52248" idx="1"/>
            </p:cNvCxnSpPr>
            <p:nvPr/>
          </p:nvCxnSpPr>
          <p:spPr bwMode="auto">
            <a:xfrm flipV="1">
              <a:off x="2452" y="2409"/>
              <a:ext cx="245" cy="1"/>
            </a:xfrm>
            <a:prstGeom prst="bentConnector3">
              <a:avLst>
                <a:gd name="adj1" fmla="val 4979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52247" name="Group 37"/>
            <p:cNvGrpSpPr>
              <a:grpSpLocks/>
            </p:cNvGrpSpPr>
            <p:nvPr/>
          </p:nvGrpSpPr>
          <p:grpSpPr bwMode="auto">
            <a:xfrm>
              <a:off x="2452" y="1660"/>
              <a:ext cx="655" cy="872"/>
              <a:chOff x="2446" y="1704"/>
              <a:chExt cx="655" cy="872"/>
            </a:xfrm>
          </p:grpSpPr>
          <p:sp>
            <p:nvSpPr>
              <p:cNvPr id="52248" name="AutoShape 38"/>
              <p:cNvSpPr>
                <a:spLocks noChangeArrowheads="1"/>
              </p:cNvSpPr>
              <p:nvPr/>
            </p:nvSpPr>
            <p:spPr bwMode="auto">
              <a:xfrm>
                <a:off x="2691" y="2330"/>
                <a:ext cx="246" cy="246"/>
              </a:xfrm>
              <a:prstGeom prst="flowChartDelay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EAEAEA"/>
                  </a:solidFill>
                </a:endParaRPr>
              </a:p>
            </p:txBody>
          </p:sp>
          <p:sp>
            <p:nvSpPr>
              <p:cNvPr id="52249" name="Text Box 39"/>
              <p:cNvSpPr txBox="1">
                <a:spLocks noChangeArrowheads="1"/>
              </p:cNvSpPr>
              <p:nvPr/>
            </p:nvSpPr>
            <p:spPr bwMode="auto">
              <a:xfrm>
                <a:off x="2446" y="1704"/>
                <a:ext cx="655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EAEAEA"/>
                    </a:solidFill>
                    <a:latin typeface="Bookman Old Style" panose="02050604050505020204" pitchFamily="18" charset="0"/>
                  </a:rPr>
                  <a:t>Orders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EAEAEA"/>
                    </a:solidFill>
                    <a:latin typeface="Bookman Old Style" panose="02050604050505020204" pitchFamily="18" charset="0"/>
                  </a:rPr>
                  <a:t>wait for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EAEAEA"/>
                    </a:solidFill>
                    <a:latin typeface="Bookman Old Style" panose="02050604050505020204" pitchFamily="18" charset="0"/>
                  </a:rPr>
                  <a:t>supervisor.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339762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/>
    </p:bldLst>
  </p:timing>
</p:sld>
</file>

<file path=ppt/theme/theme1.xml><?xml version="1.0" encoding="utf-8"?>
<a:theme xmlns:a="http://schemas.openxmlformats.org/drawingml/2006/main" name="Factory">
  <a:themeElements>
    <a:clrScheme name="Factory 1">
      <a:dk1>
        <a:srgbClr val="000054"/>
      </a:dk1>
      <a:lt1>
        <a:srgbClr val="EAEAEA"/>
      </a:lt1>
      <a:dk2>
        <a:srgbClr val="00007A"/>
      </a:dk2>
      <a:lt2>
        <a:srgbClr val="EBD189"/>
      </a:lt2>
      <a:accent1>
        <a:srgbClr val="FCAB40"/>
      </a:accent1>
      <a:accent2>
        <a:srgbClr val="555BAD"/>
      </a:accent2>
      <a:accent3>
        <a:srgbClr val="AAAABE"/>
      </a:accent3>
      <a:accent4>
        <a:srgbClr val="C8C8C8"/>
      </a:accent4>
      <a:accent5>
        <a:srgbClr val="FDD2AF"/>
      </a:accent5>
      <a:accent6>
        <a:srgbClr val="4C529C"/>
      </a:accent6>
      <a:hlink>
        <a:srgbClr val="B97C01"/>
      </a:hlink>
      <a:folHlink>
        <a:srgbClr val="CCFF33"/>
      </a:folHlink>
    </a:clrScheme>
    <a:fontScheme name="Facto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Factory 1">
        <a:dk1>
          <a:srgbClr val="000054"/>
        </a:dk1>
        <a:lt1>
          <a:srgbClr val="EAEAEA"/>
        </a:lt1>
        <a:dk2>
          <a:srgbClr val="00007A"/>
        </a:dk2>
        <a:lt2>
          <a:srgbClr val="EBD189"/>
        </a:lt2>
        <a:accent1>
          <a:srgbClr val="FCAB40"/>
        </a:accent1>
        <a:accent2>
          <a:srgbClr val="555BAD"/>
        </a:accent2>
        <a:accent3>
          <a:srgbClr val="AAAABE"/>
        </a:accent3>
        <a:accent4>
          <a:srgbClr val="C8C8C8"/>
        </a:accent4>
        <a:accent5>
          <a:srgbClr val="FDD2AF"/>
        </a:accent5>
        <a:accent6>
          <a:srgbClr val="4C529C"/>
        </a:accent6>
        <a:hlink>
          <a:srgbClr val="B97C01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2">
        <a:dk1>
          <a:srgbClr val="000000"/>
        </a:dk1>
        <a:lt1>
          <a:srgbClr val="FFFFCC"/>
        </a:lt1>
        <a:dk2>
          <a:srgbClr val="993300"/>
        </a:dk2>
        <a:lt2>
          <a:srgbClr val="EDE1AF"/>
        </a:lt2>
        <a:accent1>
          <a:srgbClr val="CAC0E2"/>
        </a:accent1>
        <a:accent2>
          <a:srgbClr val="DFC977"/>
        </a:accent2>
        <a:accent3>
          <a:srgbClr val="FFFFE2"/>
        </a:accent3>
        <a:accent4>
          <a:srgbClr val="000000"/>
        </a:accent4>
        <a:accent5>
          <a:srgbClr val="E1DCEE"/>
        </a:accent5>
        <a:accent6>
          <a:srgbClr val="CAB66B"/>
        </a:accent6>
        <a:hlink>
          <a:srgbClr val="660033"/>
        </a:hlink>
        <a:folHlink>
          <a:srgbClr val="99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actory 3">
        <a:dk1>
          <a:srgbClr val="000000"/>
        </a:dk1>
        <a:lt1>
          <a:srgbClr val="FFFFFF"/>
        </a:lt1>
        <a:dk2>
          <a:srgbClr val="000000"/>
        </a:dk2>
        <a:lt2>
          <a:srgbClr val="EAEAEA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actory 4">
        <a:dk1>
          <a:srgbClr val="481800"/>
        </a:dk1>
        <a:lt1>
          <a:srgbClr val="EAEAEA"/>
        </a:lt1>
        <a:dk2>
          <a:srgbClr val="762700"/>
        </a:dk2>
        <a:lt2>
          <a:srgbClr val="EBD189"/>
        </a:lt2>
        <a:accent1>
          <a:srgbClr val="FCAB40"/>
        </a:accent1>
        <a:accent2>
          <a:srgbClr val="AD717F"/>
        </a:accent2>
        <a:accent3>
          <a:srgbClr val="BDACAA"/>
        </a:accent3>
        <a:accent4>
          <a:srgbClr val="C8C8C8"/>
        </a:accent4>
        <a:accent5>
          <a:srgbClr val="FDD2AF"/>
        </a:accent5>
        <a:accent6>
          <a:srgbClr val="9C6672"/>
        </a:accent6>
        <a:hlink>
          <a:srgbClr val="FFFF99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5">
        <a:dk1>
          <a:srgbClr val="330066"/>
        </a:dk1>
        <a:lt1>
          <a:srgbClr val="EAEAEA"/>
        </a:lt1>
        <a:dk2>
          <a:srgbClr val="4E009C"/>
        </a:dk2>
        <a:lt2>
          <a:srgbClr val="EBD189"/>
        </a:lt2>
        <a:accent1>
          <a:srgbClr val="FCAB40"/>
        </a:accent1>
        <a:accent2>
          <a:srgbClr val="8871BB"/>
        </a:accent2>
        <a:accent3>
          <a:srgbClr val="B2AACB"/>
        </a:accent3>
        <a:accent4>
          <a:srgbClr val="C8C8C8"/>
        </a:accent4>
        <a:accent5>
          <a:srgbClr val="FDD2AF"/>
        </a:accent5>
        <a:accent6>
          <a:srgbClr val="7B66A9"/>
        </a:accent6>
        <a:hlink>
          <a:srgbClr val="99CC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6">
        <a:dk1>
          <a:srgbClr val="454425"/>
        </a:dk1>
        <a:lt1>
          <a:srgbClr val="EAEAEA"/>
        </a:lt1>
        <a:dk2>
          <a:srgbClr val="4D6A2A"/>
        </a:dk2>
        <a:lt2>
          <a:srgbClr val="EBD189"/>
        </a:lt2>
        <a:accent1>
          <a:srgbClr val="FCAB40"/>
        </a:accent1>
        <a:accent2>
          <a:srgbClr val="A59E79"/>
        </a:accent2>
        <a:accent3>
          <a:srgbClr val="B2B9AC"/>
        </a:accent3>
        <a:accent4>
          <a:srgbClr val="C8C8C8"/>
        </a:accent4>
        <a:accent5>
          <a:srgbClr val="FDD2AF"/>
        </a:accent5>
        <a:accent6>
          <a:srgbClr val="958F6D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7">
        <a:dk1>
          <a:srgbClr val="3C2924"/>
        </a:dk1>
        <a:lt1>
          <a:srgbClr val="EAEAEA"/>
        </a:lt1>
        <a:dk2>
          <a:srgbClr val="0D0A46"/>
        </a:dk2>
        <a:lt2>
          <a:srgbClr val="EBD189"/>
        </a:lt2>
        <a:accent1>
          <a:srgbClr val="FCAB40"/>
        </a:accent1>
        <a:accent2>
          <a:srgbClr val="633D4E"/>
        </a:accent2>
        <a:accent3>
          <a:srgbClr val="AAAAB0"/>
        </a:accent3>
        <a:accent4>
          <a:srgbClr val="C8C8C8"/>
        </a:accent4>
        <a:accent5>
          <a:srgbClr val="FDD2AF"/>
        </a:accent5>
        <a:accent6>
          <a:srgbClr val="593646"/>
        </a:accent6>
        <a:hlink>
          <a:srgbClr val="FFCC66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Bookman Old Style</vt:lpstr>
      <vt:lpstr>Times New Roman</vt:lpstr>
      <vt:lpstr>Wingdings</vt:lpstr>
      <vt:lpstr>Factory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2016-08-15T06:18:49Z</dcterms:created>
  <dcterms:modified xsi:type="dcterms:W3CDTF">2016-08-17T05:17:27Z</dcterms:modified>
</cp:coreProperties>
</file>