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0C49F-0490-4E21-8463-5FDDAC7993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3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EB774-6B8B-4CB6-9DA8-A001AE67C31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50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9514A2-7B5B-4ABA-B789-94E96601861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81BC1F-D73E-4AF4-8547-97FB7B193DA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0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3ED00-E251-4BAC-A1DF-6487EE5FCD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8008C-8260-47AB-B0E4-A0C8A6543D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13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445F3-1C1B-4B36-A57F-5866B58AC9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14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2766C-D373-49F4-AEAE-743B817A15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47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5B18B-19AE-40F6-93E7-D1D530EA86F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26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489D54-16AE-43A9-8FD7-0AFB7B83EA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58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01A6D-6F3E-4BA7-9724-478E332CCBA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66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84AD88-9E18-4C9D-AE28-9B58DA04DE58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17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1"/>
            <a:ext cx="8229600" cy="563563"/>
          </a:xfrm>
        </p:spPr>
        <p:txBody>
          <a:bodyPr/>
          <a:lstStyle/>
          <a:p>
            <a:pPr eaLnBrk="1" hangingPunct="1"/>
            <a:r>
              <a:rPr lang="en-US" altLang="ko-KR" sz="2800" b="1">
                <a:ea typeface="Gulim" panose="020B0600000101010101" pitchFamily="34" charset="-127"/>
              </a:rPr>
              <a:t>Flow Chart: “From Bed to Work”</a:t>
            </a:r>
            <a:r>
              <a:rPr lang="en-US" altLang="ko-KR" sz="2800">
                <a:ea typeface="Gulim" panose="020B0600000101010101" pitchFamily="34" charset="-127"/>
              </a:rPr>
              <a:t> </a:t>
            </a:r>
            <a:endParaRPr lang="en-US" sz="2800"/>
          </a:p>
        </p:txBody>
      </p:sp>
      <p:sp>
        <p:nvSpPr>
          <p:cNvPr id="5123" name="Text Box 98"/>
          <p:cNvSpPr txBox="1">
            <a:spLocks noChangeArrowheads="1"/>
          </p:cNvSpPr>
          <p:nvPr/>
        </p:nvSpPr>
        <p:spPr bwMode="auto">
          <a:xfrm>
            <a:off x="2819400" y="609600"/>
            <a:ext cx="8382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Sunrise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5124" name="Line 100"/>
          <p:cNvSpPr>
            <a:spLocks noChangeShapeType="1"/>
          </p:cNvSpPr>
          <p:nvPr/>
        </p:nvSpPr>
        <p:spPr bwMode="auto">
          <a:xfrm>
            <a:off x="4660900" y="900113"/>
            <a:ext cx="0" cy="566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25" name="AutoShape 102"/>
          <p:cNvSpPr>
            <a:spLocks noChangeArrowheads="1"/>
          </p:cNvSpPr>
          <p:nvPr/>
        </p:nvSpPr>
        <p:spPr bwMode="auto">
          <a:xfrm>
            <a:off x="5894388" y="609601"/>
            <a:ext cx="290512" cy="290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26" name="AutoShape 103"/>
          <p:cNvSpPr>
            <a:spLocks noChangeArrowheads="1"/>
          </p:cNvSpPr>
          <p:nvPr/>
        </p:nvSpPr>
        <p:spPr bwMode="auto">
          <a:xfrm>
            <a:off x="5967413" y="1698626"/>
            <a:ext cx="290512" cy="290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27" name="AutoShape 104"/>
          <p:cNvSpPr>
            <a:spLocks noChangeArrowheads="1"/>
          </p:cNvSpPr>
          <p:nvPr/>
        </p:nvSpPr>
        <p:spPr bwMode="auto">
          <a:xfrm>
            <a:off x="4514851" y="973138"/>
            <a:ext cx="290513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28" name="Rectangle 105"/>
          <p:cNvSpPr>
            <a:spLocks noChangeArrowheads="1"/>
          </p:cNvSpPr>
          <p:nvPr/>
        </p:nvSpPr>
        <p:spPr bwMode="auto">
          <a:xfrm>
            <a:off x="3933826" y="1335089"/>
            <a:ext cx="1452563" cy="219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Start coffee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29" name="Rectangle 106"/>
          <p:cNvSpPr>
            <a:spLocks noChangeArrowheads="1"/>
          </p:cNvSpPr>
          <p:nvPr/>
        </p:nvSpPr>
        <p:spPr bwMode="auto">
          <a:xfrm>
            <a:off x="6548438" y="682625"/>
            <a:ext cx="1162050" cy="217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Sleep late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30" name="Rectangle 107"/>
          <p:cNvSpPr>
            <a:spLocks noChangeArrowheads="1"/>
          </p:cNvSpPr>
          <p:nvPr/>
        </p:nvSpPr>
        <p:spPr bwMode="auto">
          <a:xfrm>
            <a:off x="6621463" y="1698625"/>
            <a:ext cx="1162050" cy="217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Wait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31" name="Line 108"/>
          <p:cNvSpPr>
            <a:spLocks noChangeShapeType="1"/>
          </p:cNvSpPr>
          <p:nvPr/>
        </p:nvSpPr>
        <p:spPr bwMode="auto">
          <a:xfrm>
            <a:off x="4660900" y="1554163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2" name="Line 109"/>
          <p:cNvSpPr>
            <a:spLocks noChangeShapeType="1"/>
          </p:cNvSpPr>
          <p:nvPr/>
        </p:nvSpPr>
        <p:spPr bwMode="auto">
          <a:xfrm>
            <a:off x="5676901" y="1844675"/>
            <a:ext cx="290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3" name="Line 110"/>
          <p:cNvSpPr>
            <a:spLocks noChangeShapeType="1"/>
          </p:cNvSpPr>
          <p:nvPr/>
        </p:nvSpPr>
        <p:spPr bwMode="auto">
          <a:xfrm>
            <a:off x="6184900" y="754063"/>
            <a:ext cx="363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4" name="Line 111"/>
          <p:cNvSpPr>
            <a:spLocks noChangeShapeType="1"/>
          </p:cNvSpPr>
          <p:nvPr/>
        </p:nvSpPr>
        <p:spPr bwMode="auto">
          <a:xfrm>
            <a:off x="7710488" y="754063"/>
            <a:ext cx="2905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5" name="Line 112"/>
          <p:cNvSpPr>
            <a:spLocks noChangeShapeType="1"/>
          </p:cNvSpPr>
          <p:nvPr/>
        </p:nvSpPr>
        <p:spPr bwMode="auto">
          <a:xfrm>
            <a:off x="8001000" y="754063"/>
            <a:ext cx="0" cy="944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6" name="Line 113"/>
          <p:cNvSpPr>
            <a:spLocks noChangeShapeType="1"/>
          </p:cNvSpPr>
          <p:nvPr/>
        </p:nvSpPr>
        <p:spPr bwMode="auto">
          <a:xfrm>
            <a:off x="8001000" y="1698626"/>
            <a:ext cx="0" cy="1597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7" name="Line 114"/>
          <p:cNvSpPr>
            <a:spLocks noChangeShapeType="1"/>
          </p:cNvSpPr>
          <p:nvPr/>
        </p:nvSpPr>
        <p:spPr bwMode="auto">
          <a:xfrm>
            <a:off x="7275513" y="1916114"/>
            <a:ext cx="0" cy="581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8" name="AutoShape 119"/>
          <p:cNvSpPr>
            <a:spLocks noChangeArrowheads="1"/>
          </p:cNvSpPr>
          <p:nvPr/>
        </p:nvSpPr>
        <p:spPr bwMode="auto">
          <a:xfrm>
            <a:off x="5967413" y="5837238"/>
            <a:ext cx="290512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39" name="AutoShape 120"/>
          <p:cNvSpPr>
            <a:spLocks noChangeArrowheads="1"/>
          </p:cNvSpPr>
          <p:nvPr/>
        </p:nvSpPr>
        <p:spPr bwMode="auto">
          <a:xfrm>
            <a:off x="5894388" y="4748213"/>
            <a:ext cx="290512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0" name="AutoShape 121"/>
          <p:cNvSpPr>
            <a:spLocks noChangeArrowheads="1"/>
          </p:cNvSpPr>
          <p:nvPr/>
        </p:nvSpPr>
        <p:spPr bwMode="auto">
          <a:xfrm>
            <a:off x="5894388" y="4313238"/>
            <a:ext cx="290512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1" name="AutoShape 122"/>
          <p:cNvSpPr>
            <a:spLocks noChangeArrowheads="1"/>
          </p:cNvSpPr>
          <p:nvPr/>
        </p:nvSpPr>
        <p:spPr bwMode="auto">
          <a:xfrm>
            <a:off x="5967413" y="2787651"/>
            <a:ext cx="290512" cy="290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000" tIns="10800" rIns="1800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2" name="AutoShape 123"/>
          <p:cNvSpPr>
            <a:spLocks noChangeArrowheads="1"/>
          </p:cNvSpPr>
          <p:nvPr/>
        </p:nvSpPr>
        <p:spPr bwMode="auto">
          <a:xfrm>
            <a:off x="4514851" y="3224213"/>
            <a:ext cx="290513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3" name="AutoShape 124"/>
          <p:cNvSpPr>
            <a:spLocks noChangeArrowheads="1"/>
          </p:cNvSpPr>
          <p:nvPr/>
        </p:nvSpPr>
        <p:spPr bwMode="auto">
          <a:xfrm>
            <a:off x="4514851" y="5111751"/>
            <a:ext cx="290513" cy="290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4" name="AutoShape 125"/>
          <p:cNvSpPr>
            <a:spLocks noChangeArrowheads="1"/>
          </p:cNvSpPr>
          <p:nvPr/>
        </p:nvSpPr>
        <p:spPr bwMode="auto">
          <a:xfrm>
            <a:off x="4514851" y="6200776"/>
            <a:ext cx="290513" cy="290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45" name="Rectangle 126"/>
          <p:cNvSpPr>
            <a:spLocks noChangeArrowheads="1"/>
          </p:cNvSpPr>
          <p:nvPr/>
        </p:nvSpPr>
        <p:spPr bwMode="auto">
          <a:xfrm>
            <a:off x="4006851" y="2425700"/>
            <a:ext cx="1452563" cy="217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Shower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46" name="Rectangle 127"/>
          <p:cNvSpPr>
            <a:spLocks noChangeArrowheads="1"/>
          </p:cNvSpPr>
          <p:nvPr/>
        </p:nvSpPr>
        <p:spPr bwMode="auto">
          <a:xfrm>
            <a:off x="4006851" y="3586164"/>
            <a:ext cx="1452563" cy="219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Get Dressed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47" name="Rectangle 128"/>
          <p:cNvSpPr>
            <a:spLocks noChangeArrowheads="1"/>
          </p:cNvSpPr>
          <p:nvPr/>
        </p:nvSpPr>
        <p:spPr bwMode="auto">
          <a:xfrm>
            <a:off x="4006851" y="3949700"/>
            <a:ext cx="1452563" cy="217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Eat Breakfast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48" name="Rectangle 129"/>
          <p:cNvSpPr>
            <a:spLocks noChangeArrowheads="1"/>
          </p:cNvSpPr>
          <p:nvPr/>
        </p:nvSpPr>
        <p:spPr bwMode="auto">
          <a:xfrm>
            <a:off x="4006851" y="5475289"/>
            <a:ext cx="1452563" cy="217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Drive to Work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49" name="Rectangle 130"/>
          <p:cNvSpPr>
            <a:spLocks noChangeArrowheads="1"/>
          </p:cNvSpPr>
          <p:nvPr/>
        </p:nvSpPr>
        <p:spPr bwMode="auto">
          <a:xfrm>
            <a:off x="4006851" y="6564314"/>
            <a:ext cx="1452563" cy="217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Arrive at Work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50" name="Rectangle 131"/>
          <p:cNvSpPr>
            <a:spLocks noChangeArrowheads="1"/>
          </p:cNvSpPr>
          <p:nvPr/>
        </p:nvSpPr>
        <p:spPr bwMode="auto">
          <a:xfrm>
            <a:off x="6621463" y="2787650"/>
            <a:ext cx="1162050" cy="217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Iron Clothes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51" name="Rectangle 132"/>
          <p:cNvSpPr>
            <a:spLocks noChangeArrowheads="1"/>
          </p:cNvSpPr>
          <p:nvPr/>
        </p:nvSpPr>
        <p:spPr bwMode="auto">
          <a:xfrm>
            <a:off x="6621463" y="4386264"/>
            <a:ext cx="1162050" cy="217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Watch TV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52" name="Rectangle 133"/>
          <p:cNvSpPr>
            <a:spLocks noChangeArrowheads="1"/>
          </p:cNvSpPr>
          <p:nvPr/>
        </p:nvSpPr>
        <p:spPr bwMode="auto">
          <a:xfrm>
            <a:off x="6621463" y="4821239"/>
            <a:ext cx="1162050" cy="217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Take Bus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53" name="Rectangle 134"/>
          <p:cNvSpPr>
            <a:spLocks noChangeArrowheads="1"/>
          </p:cNvSpPr>
          <p:nvPr/>
        </p:nvSpPr>
        <p:spPr bwMode="auto">
          <a:xfrm>
            <a:off x="6694488" y="5910264"/>
            <a:ext cx="1162050" cy="217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Park &amp; Walk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54" name="Line 135"/>
          <p:cNvSpPr>
            <a:spLocks noChangeShapeType="1"/>
          </p:cNvSpPr>
          <p:nvPr/>
        </p:nvSpPr>
        <p:spPr bwMode="auto">
          <a:xfrm>
            <a:off x="4660900" y="3078163"/>
            <a:ext cx="0" cy="146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55" name="Line 136"/>
          <p:cNvSpPr>
            <a:spLocks noChangeShapeType="1"/>
          </p:cNvSpPr>
          <p:nvPr/>
        </p:nvSpPr>
        <p:spPr bwMode="auto">
          <a:xfrm>
            <a:off x="4660900" y="3805238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56" name="Line 137"/>
          <p:cNvSpPr>
            <a:spLocks noChangeShapeType="1"/>
          </p:cNvSpPr>
          <p:nvPr/>
        </p:nvSpPr>
        <p:spPr bwMode="auto">
          <a:xfrm>
            <a:off x="5459413" y="2933700"/>
            <a:ext cx="508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57" name="Line 138"/>
          <p:cNvSpPr>
            <a:spLocks noChangeShapeType="1"/>
          </p:cNvSpPr>
          <p:nvPr/>
        </p:nvSpPr>
        <p:spPr bwMode="auto">
          <a:xfrm>
            <a:off x="8001000" y="3295650"/>
            <a:ext cx="0" cy="363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58" name="Line 139"/>
          <p:cNvSpPr>
            <a:spLocks noChangeShapeType="1"/>
          </p:cNvSpPr>
          <p:nvPr/>
        </p:nvSpPr>
        <p:spPr bwMode="auto">
          <a:xfrm flipH="1">
            <a:off x="5459414" y="3659188"/>
            <a:ext cx="25415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59" name="Line 140"/>
          <p:cNvSpPr>
            <a:spLocks noChangeShapeType="1"/>
          </p:cNvSpPr>
          <p:nvPr/>
        </p:nvSpPr>
        <p:spPr bwMode="auto">
          <a:xfrm>
            <a:off x="7202488" y="3005139"/>
            <a:ext cx="0" cy="363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0" name="Line 141"/>
          <p:cNvSpPr>
            <a:spLocks noChangeShapeType="1"/>
          </p:cNvSpPr>
          <p:nvPr/>
        </p:nvSpPr>
        <p:spPr bwMode="auto">
          <a:xfrm>
            <a:off x="7202488" y="3368676"/>
            <a:ext cx="0" cy="290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1" name="Line 142"/>
          <p:cNvSpPr>
            <a:spLocks noChangeShapeType="1"/>
          </p:cNvSpPr>
          <p:nvPr/>
        </p:nvSpPr>
        <p:spPr bwMode="auto">
          <a:xfrm flipH="1">
            <a:off x="5459413" y="2495550"/>
            <a:ext cx="1816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2" name="Line 143"/>
          <p:cNvSpPr>
            <a:spLocks noChangeShapeType="1"/>
          </p:cNvSpPr>
          <p:nvPr/>
        </p:nvSpPr>
        <p:spPr bwMode="auto">
          <a:xfrm>
            <a:off x="5532438" y="4457700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3" name="Line 144"/>
          <p:cNvSpPr>
            <a:spLocks noChangeShapeType="1"/>
          </p:cNvSpPr>
          <p:nvPr/>
        </p:nvSpPr>
        <p:spPr bwMode="auto">
          <a:xfrm>
            <a:off x="6184901" y="4457700"/>
            <a:ext cx="4365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4" name="Line 145"/>
          <p:cNvSpPr>
            <a:spLocks noChangeShapeType="1"/>
          </p:cNvSpPr>
          <p:nvPr/>
        </p:nvSpPr>
        <p:spPr bwMode="auto">
          <a:xfrm>
            <a:off x="5532438" y="4894263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5" name="Line 146"/>
          <p:cNvSpPr>
            <a:spLocks noChangeShapeType="1"/>
          </p:cNvSpPr>
          <p:nvPr/>
        </p:nvSpPr>
        <p:spPr bwMode="auto">
          <a:xfrm>
            <a:off x="6184901" y="4894263"/>
            <a:ext cx="4365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6" name="Line 147"/>
          <p:cNvSpPr>
            <a:spLocks noChangeShapeType="1"/>
          </p:cNvSpPr>
          <p:nvPr/>
        </p:nvSpPr>
        <p:spPr bwMode="auto">
          <a:xfrm flipH="1">
            <a:off x="4660900" y="4676775"/>
            <a:ext cx="25415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7" name="Line 148"/>
          <p:cNvSpPr>
            <a:spLocks noChangeShapeType="1"/>
          </p:cNvSpPr>
          <p:nvPr/>
        </p:nvSpPr>
        <p:spPr bwMode="auto">
          <a:xfrm>
            <a:off x="5532439" y="5983288"/>
            <a:ext cx="434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8" name="Line 149"/>
          <p:cNvSpPr>
            <a:spLocks noChangeShapeType="1"/>
          </p:cNvSpPr>
          <p:nvPr/>
        </p:nvSpPr>
        <p:spPr bwMode="auto">
          <a:xfrm>
            <a:off x="6257926" y="5983288"/>
            <a:ext cx="4365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69" name="Line 150"/>
          <p:cNvSpPr>
            <a:spLocks noChangeShapeType="1"/>
          </p:cNvSpPr>
          <p:nvPr/>
        </p:nvSpPr>
        <p:spPr bwMode="auto">
          <a:xfrm>
            <a:off x="7275513" y="6127751"/>
            <a:ext cx="0" cy="581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0" name="Line 151"/>
          <p:cNvSpPr>
            <a:spLocks noChangeShapeType="1"/>
          </p:cNvSpPr>
          <p:nvPr/>
        </p:nvSpPr>
        <p:spPr bwMode="auto">
          <a:xfrm flipH="1">
            <a:off x="6403975" y="6708775"/>
            <a:ext cx="871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1" name="Line 152"/>
          <p:cNvSpPr>
            <a:spLocks noChangeShapeType="1"/>
          </p:cNvSpPr>
          <p:nvPr/>
        </p:nvSpPr>
        <p:spPr bwMode="auto">
          <a:xfrm flipH="1">
            <a:off x="5459413" y="6708775"/>
            <a:ext cx="9445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2" name="Line 153"/>
          <p:cNvSpPr>
            <a:spLocks noChangeShapeType="1"/>
          </p:cNvSpPr>
          <p:nvPr/>
        </p:nvSpPr>
        <p:spPr bwMode="auto">
          <a:xfrm>
            <a:off x="7783514" y="4965700"/>
            <a:ext cx="2174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3" name="Line 154"/>
          <p:cNvSpPr>
            <a:spLocks noChangeShapeType="1"/>
          </p:cNvSpPr>
          <p:nvPr/>
        </p:nvSpPr>
        <p:spPr bwMode="auto">
          <a:xfrm>
            <a:off x="8001000" y="4965701"/>
            <a:ext cx="0" cy="10906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4" name="Line 155"/>
          <p:cNvSpPr>
            <a:spLocks noChangeShapeType="1"/>
          </p:cNvSpPr>
          <p:nvPr/>
        </p:nvSpPr>
        <p:spPr bwMode="auto">
          <a:xfrm>
            <a:off x="8001000" y="6056313"/>
            <a:ext cx="0" cy="652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5" name="Line 156"/>
          <p:cNvSpPr>
            <a:spLocks noChangeShapeType="1"/>
          </p:cNvSpPr>
          <p:nvPr/>
        </p:nvSpPr>
        <p:spPr bwMode="auto">
          <a:xfrm flipH="1">
            <a:off x="7708901" y="6707188"/>
            <a:ext cx="290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6" name="Line 157"/>
          <p:cNvSpPr>
            <a:spLocks noChangeShapeType="1"/>
          </p:cNvSpPr>
          <p:nvPr/>
        </p:nvSpPr>
        <p:spPr bwMode="auto">
          <a:xfrm>
            <a:off x="7275514" y="6708775"/>
            <a:ext cx="434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7" name="Line 158"/>
          <p:cNvSpPr>
            <a:spLocks noChangeShapeType="1"/>
          </p:cNvSpPr>
          <p:nvPr/>
        </p:nvSpPr>
        <p:spPr bwMode="auto">
          <a:xfrm>
            <a:off x="6257925" y="2933700"/>
            <a:ext cx="363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8" name="Line 159"/>
          <p:cNvSpPr>
            <a:spLocks noChangeShapeType="1"/>
          </p:cNvSpPr>
          <p:nvPr/>
        </p:nvSpPr>
        <p:spPr bwMode="auto">
          <a:xfrm>
            <a:off x="6257925" y="1844675"/>
            <a:ext cx="363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79" name="Line 161"/>
          <p:cNvSpPr>
            <a:spLocks noChangeShapeType="1"/>
          </p:cNvSpPr>
          <p:nvPr/>
        </p:nvSpPr>
        <p:spPr bwMode="auto">
          <a:xfrm>
            <a:off x="5459414" y="754063"/>
            <a:ext cx="434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80" name="AutoShape 162"/>
          <p:cNvSpPr>
            <a:spLocks noChangeArrowheads="1"/>
          </p:cNvSpPr>
          <p:nvPr/>
        </p:nvSpPr>
        <p:spPr bwMode="auto">
          <a:xfrm>
            <a:off x="4514851" y="2062163"/>
            <a:ext cx="290513" cy="290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181" name="Line 163"/>
          <p:cNvSpPr>
            <a:spLocks noChangeShapeType="1"/>
          </p:cNvSpPr>
          <p:nvPr/>
        </p:nvSpPr>
        <p:spPr bwMode="auto">
          <a:xfrm>
            <a:off x="7202488" y="4603751"/>
            <a:ext cx="0" cy="73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82" name="AutoShape 101"/>
          <p:cNvSpPr>
            <a:spLocks noChangeArrowheads="1"/>
          </p:cNvSpPr>
          <p:nvPr/>
        </p:nvSpPr>
        <p:spPr bwMode="auto">
          <a:xfrm>
            <a:off x="3429000" y="1698626"/>
            <a:ext cx="2476500" cy="2825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10800" rIns="0" bIns="10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Bathroom Available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83" name="AutoShape 115"/>
          <p:cNvSpPr>
            <a:spLocks noChangeArrowheads="1"/>
          </p:cNvSpPr>
          <p:nvPr/>
        </p:nvSpPr>
        <p:spPr bwMode="auto">
          <a:xfrm>
            <a:off x="3581400" y="2836863"/>
            <a:ext cx="2179638" cy="33655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Clothes Ready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5184" name="AutoShape 116"/>
          <p:cNvSpPr>
            <a:spLocks noChangeArrowheads="1"/>
          </p:cNvSpPr>
          <p:nvPr/>
        </p:nvSpPr>
        <p:spPr bwMode="auto">
          <a:xfrm>
            <a:off x="3789364" y="4313238"/>
            <a:ext cx="1743075" cy="290512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Read Paper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85" name="AutoShape 117"/>
          <p:cNvSpPr>
            <a:spLocks noChangeArrowheads="1"/>
          </p:cNvSpPr>
          <p:nvPr/>
        </p:nvSpPr>
        <p:spPr bwMode="auto">
          <a:xfrm>
            <a:off x="3657600" y="4748214"/>
            <a:ext cx="2103438" cy="280987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Car Available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86" name="AutoShape 118"/>
          <p:cNvSpPr>
            <a:spLocks noChangeArrowheads="1"/>
          </p:cNvSpPr>
          <p:nvPr/>
        </p:nvSpPr>
        <p:spPr bwMode="auto">
          <a:xfrm>
            <a:off x="3789364" y="5837238"/>
            <a:ext cx="1743075" cy="290512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Park in Lot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5187" name="AutoShape 160"/>
          <p:cNvSpPr>
            <a:spLocks noChangeArrowheads="1"/>
          </p:cNvSpPr>
          <p:nvPr/>
        </p:nvSpPr>
        <p:spPr bwMode="auto">
          <a:xfrm>
            <a:off x="3657601" y="609600"/>
            <a:ext cx="2030413" cy="30480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Alarm goes off</a:t>
            </a:r>
            <a:endParaRPr 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7559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</TotalTime>
  <Words>60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Batang</vt:lpstr>
      <vt:lpstr>Gulim</vt:lpstr>
      <vt:lpstr>Arial</vt:lpstr>
      <vt:lpstr>Calibri</vt:lpstr>
      <vt:lpstr>Times New Roman</vt:lpstr>
      <vt:lpstr>Default Design</vt:lpstr>
      <vt:lpstr>Flow Chart: “From Bed to Work”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Chart: “From Bed to Work” </dc:title>
  <dc:creator>user</dc:creator>
  <cp:lastModifiedBy>user</cp:lastModifiedBy>
  <cp:revision>1</cp:revision>
  <dcterms:created xsi:type="dcterms:W3CDTF">2016-08-17T05:44:13Z</dcterms:created>
  <dcterms:modified xsi:type="dcterms:W3CDTF">2016-08-17T05:51:22Z</dcterms:modified>
</cp:coreProperties>
</file>