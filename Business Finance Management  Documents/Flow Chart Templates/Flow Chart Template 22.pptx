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3" autoAdjust="0"/>
    <p:restoredTop sz="94660"/>
  </p:normalViewPr>
  <p:slideViewPr>
    <p:cSldViewPr snapToGrid="0">
      <p:cViewPr varScale="1">
        <p:scale>
          <a:sx n="62" d="100"/>
          <a:sy n="62" d="100"/>
        </p:scale>
        <p:origin x="42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700904-C05A-4093-B522-3519213C89D2}" type="datetimeFigureOut">
              <a:rPr lang="en-US" smtClean="0"/>
              <a:t>8/17/2016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FB3E3D-2451-4EE9-90A6-1B7D8DC36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644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36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113668" name="Header Placeholder 3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/>
            <a:r>
              <a:rPr lang="en-US" sz="1200" smtClean="0">
                <a:solidFill>
                  <a:srgbClr val="000000"/>
                </a:solidFill>
                <a:latin typeface="Times New Roman" panose="02020603050405020304" pitchFamily="18" charset="0"/>
              </a:rPr>
              <a:t>Process strategies</a:t>
            </a:r>
          </a:p>
        </p:txBody>
      </p:sp>
      <p:sp>
        <p:nvSpPr>
          <p:cNvPr id="113669" name="Date Placeholder 4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/>
            <a:r>
              <a:rPr lang="en-US" sz="1200" smtClean="0">
                <a:solidFill>
                  <a:srgbClr val="000000"/>
                </a:solidFill>
                <a:latin typeface="Times New Roman" panose="02020603050405020304" pitchFamily="18" charset="0"/>
              </a:rPr>
              <a:t>MGT 301</a:t>
            </a:r>
          </a:p>
        </p:txBody>
      </p:sp>
      <p:sp>
        <p:nvSpPr>
          <p:cNvPr id="113670" name="Footer Placeholder 5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/>
            <a:r>
              <a:rPr lang="en-US" sz="1200" smtClean="0">
                <a:solidFill>
                  <a:srgbClr val="000000"/>
                </a:solidFill>
                <a:latin typeface="Times New Roman" panose="02020603050405020304" pitchFamily="18" charset="0"/>
              </a:rPr>
              <a:t>Ch 7</a:t>
            </a:r>
          </a:p>
        </p:txBody>
      </p:sp>
      <p:sp>
        <p:nvSpPr>
          <p:cNvPr id="113671" name="Slide Number Placeholder 6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/>
            <a:fld id="{491EE608-2637-4CD8-AEE1-0BDBB6CFEE18}" type="slidenum">
              <a:rPr 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1</a:t>
            </a:fld>
            <a:endParaRPr 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8163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/>
          <p:cNvSpPr>
            <a:spLocks/>
          </p:cNvSpPr>
          <p:nvPr/>
        </p:nvSpPr>
        <p:spPr bwMode="hidden">
          <a:xfrm>
            <a:off x="-14817" y="1836738"/>
            <a:ext cx="3024717" cy="2709862"/>
          </a:xfrm>
          <a:custGeom>
            <a:avLst/>
            <a:gdLst/>
            <a:ahLst/>
            <a:cxnLst>
              <a:cxn ang="0">
                <a:pos x="808" y="283"/>
              </a:cxn>
              <a:cxn ang="0">
                <a:pos x="673" y="252"/>
              </a:cxn>
              <a:cxn ang="0">
                <a:pos x="654" y="0"/>
              </a:cxn>
              <a:cxn ang="0">
                <a:pos x="488" y="13"/>
              </a:cxn>
              <a:cxn ang="0">
                <a:pos x="476" y="252"/>
              </a:cxn>
              <a:cxn ang="0">
                <a:pos x="365" y="290"/>
              </a:cxn>
              <a:cxn ang="0">
                <a:pos x="206" y="86"/>
              </a:cxn>
              <a:cxn ang="0">
                <a:pos x="95" y="148"/>
              </a:cxn>
              <a:cxn ang="0">
                <a:pos x="200" y="376"/>
              </a:cxn>
              <a:cxn ang="0">
                <a:pos x="126" y="450"/>
              </a:cxn>
              <a:cxn ang="0">
                <a:pos x="0" y="423"/>
              </a:cxn>
              <a:cxn ang="0">
                <a:pos x="0" y="1273"/>
              </a:cxn>
              <a:cxn ang="0">
                <a:pos x="101" y="1226"/>
              </a:cxn>
              <a:cxn ang="0">
                <a:pos x="181" y="1306"/>
              </a:cxn>
              <a:cxn ang="0">
                <a:pos x="70" y="1509"/>
              </a:cxn>
              <a:cxn ang="0">
                <a:pos x="175" y="1596"/>
              </a:cxn>
              <a:cxn ang="0">
                <a:pos x="365" y="1411"/>
              </a:cxn>
              <a:cxn ang="0">
                <a:pos x="476" y="1448"/>
              </a:cxn>
              <a:cxn ang="0">
                <a:pos x="501" y="1700"/>
              </a:cxn>
              <a:cxn ang="0">
                <a:pos x="667" y="1707"/>
              </a:cxn>
              <a:cxn ang="0">
                <a:pos x="685" y="1442"/>
              </a:cxn>
              <a:cxn ang="0">
                <a:pos x="826" y="1405"/>
              </a:cxn>
              <a:cxn ang="0">
                <a:pos x="993" y="1590"/>
              </a:cxn>
              <a:cxn ang="0">
                <a:pos x="1103" y="1522"/>
              </a:cxn>
              <a:cxn ang="0">
                <a:pos x="993" y="1300"/>
              </a:cxn>
              <a:cxn ang="0">
                <a:pos x="1067" y="1207"/>
              </a:cxn>
              <a:cxn ang="0">
                <a:pos x="1288" y="1312"/>
              </a:cxn>
              <a:cxn ang="0">
                <a:pos x="1355" y="1196"/>
              </a:cxn>
              <a:cxn ang="0">
                <a:pos x="1153" y="1047"/>
              </a:cxn>
              <a:cxn ang="0">
                <a:pos x="1177" y="918"/>
              </a:cxn>
              <a:cxn ang="0">
                <a:pos x="1429" y="894"/>
              </a:cxn>
              <a:cxn ang="0">
                <a:pos x="1423" y="764"/>
              </a:cxn>
              <a:cxn ang="0">
                <a:pos x="1171" y="727"/>
              </a:cxn>
              <a:cxn ang="0">
                <a:pos x="1146" y="629"/>
              </a:cxn>
              <a:cxn ang="0">
                <a:pos x="1349" y="487"/>
              </a:cxn>
              <a:cxn ang="0">
                <a:pos x="1282" y="370"/>
              </a:cxn>
              <a:cxn ang="0">
                <a:pos x="1054" y="462"/>
              </a:cxn>
              <a:cxn ang="0">
                <a:pos x="980" y="388"/>
              </a:cxn>
              <a:cxn ang="0">
                <a:pos x="1097" y="173"/>
              </a:cxn>
              <a:cxn ang="0">
                <a:pos x="986" y="105"/>
              </a:cxn>
              <a:cxn ang="0">
                <a:pos x="808" y="283"/>
              </a:cxn>
            </a:cxnLst>
            <a:rect l="0" t="0" r="r" b="b"/>
            <a:pathLst>
              <a:path w="1429" h="1707">
                <a:moveTo>
                  <a:pt x="808" y="283"/>
                </a:moveTo>
                <a:lnTo>
                  <a:pt x="673" y="252"/>
                </a:lnTo>
                <a:lnTo>
                  <a:pt x="654" y="0"/>
                </a:lnTo>
                <a:lnTo>
                  <a:pt x="488" y="13"/>
                </a:lnTo>
                <a:lnTo>
                  <a:pt x="476" y="252"/>
                </a:lnTo>
                <a:lnTo>
                  <a:pt x="365" y="290"/>
                </a:lnTo>
                <a:lnTo>
                  <a:pt x="206" y="86"/>
                </a:lnTo>
                <a:lnTo>
                  <a:pt x="95" y="148"/>
                </a:lnTo>
                <a:lnTo>
                  <a:pt x="200" y="376"/>
                </a:lnTo>
                <a:lnTo>
                  <a:pt x="126" y="450"/>
                </a:lnTo>
                <a:lnTo>
                  <a:pt x="0" y="423"/>
                </a:lnTo>
                <a:lnTo>
                  <a:pt x="0" y="1273"/>
                </a:lnTo>
                <a:lnTo>
                  <a:pt x="101" y="1226"/>
                </a:lnTo>
                <a:lnTo>
                  <a:pt x="181" y="1306"/>
                </a:lnTo>
                <a:lnTo>
                  <a:pt x="70" y="1509"/>
                </a:lnTo>
                <a:lnTo>
                  <a:pt x="175" y="1596"/>
                </a:lnTo>
                <a:lnTo>
                  <a:pt x="365" y="1411"/>
                </a:lnTo>
                <a:lnTo>
                  <a:pt x="476" y="1448"/>
                </a:lnTo>
                <a:lnTo>
                  <a:pt x="501" y="1700"/>
                </a:lnTo>
                <a:lnTo>
                  <a:pt x="667" y="1707"/>
                </a:lnTo>
                <a:lnTo>
                  <a:pt x="685" y="1442"/>
                </a:lnTo>
                <a:lnTo>
                  <a:pt x="826" y="1405"/>
                </a:lnTo>
                <a:lnTo>
                  <a:pt x="993" y="1590"/>
                </a:lnTo>
                <a:lnTo>
                  <a:pt x="1103" y="1522"/>
                </a:lnTo>
                <a:lnTo>
                  <a:pt x="993" y="1300"/>
                </a:lnTo>
                <a:lnTo>
                  <a:pt x="1067" y="1207"/>
                </a:lnTo>
                <a:lnTo>
                  <a:pt x="1288" y="1312"/>
                </a:lnTo>
                <a:lnTo>
                  <a:pt x="1355" y="1196"/>
                </a:lnTo>
                <a:lnTo>
                  <a:pt x="1153" y="1047"/>
                </a:lnTo>
                <a:lnTo>
                  <a:pt x="1177" y="918"/>
                </a:lnTo>
                <a:lnTo>
                  <a:pt x="1429" y="894"/>
                </a:lnTo>
                <a:lnTo>
                  <a:pt x="1423" y="764"/>
                </a:lnTo>
                <a:lnTo>
                  <a:pt x="1171" y="727"/>
                </a:lnTo>
                <a:lnTo>
                  <a:pt x="1146" y="629"/>
                </a:lnTo>
                <a:lnTo>
                  <a:pt x="1349" y="487"/>
                </a:lnTo>
                <a:lnTo>
                  <a:pt x="1282" y="370"/>
                </a:lnTo>
                <a:lnTo>
                  <a:pt x="1054" y="462"/>
                </a:lnTo>
                <a:lnTo>
                  <a:pt x="980" y="388"/>
                </a:lnTo>
                <a:lnTo>
                  <a:pt x="1097" y="173"/>
                </a:lnTo>
                <a:lnTo>
                  <a:pt x="986" y="105"/>
                </a:lnTo>
                <a:lnTo>
                  <a:pt x="808" y="283"/>
                </a:lnTo>
                <a:close/>
              </a:path>
            </a:pathLst>
          </a:cu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Freeform 3"/>
          <p:cNvSpPr>
            <a:spLocks/>
          </p:cNvSpPr>
          <p:nvPr/>
        </p:nvSpPr>
        <p:spPr bwMode="hidden">
          <a:xfrm>
            <a:off x="143933" y="15875"/>
            <a:ext cx="1117600" cy="787400"/>
          </a:xfrm>
          <a:custGeom>
            <a:avLst/>
            <a:gdLst/>
            <a:ahLst/>
            <a:cxnLst>
              <a:cxn ang="0">
                <a:pos x="335" y="56"/>
              </a:cxn>
              <a:cxn ang="0">
                <a:pos x="293" y="46"/>
              </a:cxn>
              <a:cxn ang="0">
                <a:pos x="288" y="0"/>
              </a:cxn>
              <a:cxn ang="0">
                <a:pos x="238" y="0"/>
              </a:cxn>
              <a:cxn ang="0">
                <a:pos x="232" y="46"/>
              </a:cxn>
              <a:cxn ang="0">
                <a:pos x="198" y="58"/>
              </a:cxn>
              <a:cxn ang="0">
                <a:pos x="146" y="0"/>
              </a:cxn>
              <a:cxn ang="0">
                <a:pos x="114" y="14"/>
              </a:cxn>
              <a:cxn ang="0">
                <a:pos x="147" y="84"/>
              </a:cxn>
              <a:cxn ang="0">
                <a:pos x="124" y="107"/>
              </a:cxn>
              <a:cxn ang="0">
                <a:pos x="50" y="81"/>
              </a:cxn>
              <a:cxn ang="0">
                <a:pos x="32" y="109"/>
              </a:cxn>
              <a:cxn ang="0">
                <a:pos x="90" y="159"/>
              </a:cxn>
              <a:cxn ang="0">
                <a:pos x="80" y="197"/>
              </a:cxn>
              <a:cxn ang="0">
                <a:pos x="2" y="202"/>
              </a:cxn>
              <a:cxn ang="0">
                <a:pos x="0" y="244"/>
              </a:cxn>
              <a:cxn ang="0">
                <a:pos x="80" y="256"/>
              </a:cxn>
              <a:cxn ang="0">
                <a:pos x="88" y="292"/>
              </a:cxn>
              <a:cxn ang="0">
                <a:pos x="29" y="345"/>
              </a:cxn>
              <a:cxn ang="0">
                <a:pos x="50" y="378"/>
              </a:cxn>
              <a:cxn ang="0">
                <a:pos x="116" y="347"/>
              </a:cxn>
              <a:cxn ang="0">
                <a:pos x="141" y="372"/>
              </a:cxn>
              <a:cxn ang="0">
                <a:pos x="107" y="435"/>
              </a:cxn>
              <a:cxn ang="0">
                <a:pos x="139" y="462"/>
              </a:cxn>
              <a:cxn ang="0">
                <a:pos x="198" y="404"/>
              </a:cxn>
              <a:cxn ang="0">
                <a:pos x="232" y="416"/>
              </a:cxn>
              <a:cxn ang="0">
                <a:pos x="240" y="494"/>
              </a:cxn>
              <a:cxn ang="0">
                <a:pos x="292" y="496"/>
              </a:cxn>
              <a:cxn ang="0">
                <a:pos x="297" y="414"/>
              </a:cxn>
              <a:cxn ang="0">
                <a:pos x="341" y="403"/>
              </a:cxn>
              <a:cxn ang="0">
                <a:pos x="393" y="460"/>
              </a:cxn>
              <a:cxn ang="0">
                <a:pos x="427" y="439"/>
              </a:cxn>
              <a:cxn ang="0">
                <a:pos x="393" y="370"/>
              </a:cxn>
              <a:cxn ang="0">
                <a:pos x="416" y="341"/>
              </a:cxn>
              <a:cxn ang="0">
                <a:pos x="484" y="374"/>
              </a:cxn>
              <a:cxn ang="0">
                <a:pos x="505" y="338"/>
              </a:cxn>
              <a:cxn ang="0">
                <a:pos x="442" y="292"/>
              </a:cxn>
              <a:cxn ang="0">
                <a:pos x="450" y="252"/>
              </a:cxn>
              <a:cxn ang="0">
                <a:pos x="528" y="244"/>
              </a:cxn>
              <a:cxn ang="0">
                <a:pos x="526" y="204"/>
              </a:cxn>
              <a:cxn ang="0">
                <a:pos x="448" y="193"/>
              </a:cxn>
              <a:cxn ang="0">
                <a:pos x="440" y="162"/>
              </a:cxn>
              <a:cxn ang="0">
                <a:pos x="503" y="119"/>
              </a:cxn>
              <a:cxn ang="0">
                <a:pos x="482" y="82"/>
              </a:cxn>
              <a:cxn ang="0">
                <a:pos x="412" y="111"/>
              </a:cxn>
              <a:cxn ang="0">
                <a:pos x="389" y="88"/>
              </a:cxn>
              <a:cxn ang="0">
                <a:pos x="425" y="21"/>
              </a:cxn>
              <a:cxn ang="0">
                <a:pos x="391" y="0"/>
              </a:cxn>
              <a:cxn ang="0">
                <a:pos x="335" y="56"/>
              </a:cxn>
            </a:cxnLst>
            <a:rect l="0" t="0" r="r" b="b"/>
            <a:pathLst>
              <a:path w="528" h="496">
                <a:moveTo>
                  <a:pt x="335" y="56"/>
                </a:moveTo>
                <a:lnTo>
                  <a:pt x="293" y="46"/>
                </a:lnTo>
                <a:lnTo>
                  <a:pt x="288" y="0"/>
                </a:lnTo>
                <a:lnTo>
                  <a:pt x="238" y="0"/>
                </a:lnTo>
                <a:lnTo>
                  <a:pt x="232" y="46"/>
                </a:lnTo>
                <a:lnTo>
                  <a:pt x="198" y="58"/>
                </a:lnTo>
                <a:lnTo>
                  <a:pt x="146" y="0"/>
                </a:lnTo>
                <a:lnTo>
                  <a:pt x="114" y="14"/>
                </a:lnTo>
                <a:lnTo>
                  <a:pt x="147" y="84"/>
                </a:lnTo>
                <a:lnTo>
                  <a:pt x="124" y="107"/>
                </a:lnTo>
                <a:lnTo>
                  <a:pt x="50" y="81"/>
                </a:lnTo>
                <a:lnTo>
                  <a:pt x="32" y="109"/>
                </a:lnTo>
                <a:lnTo>
                  <a:pt x="90" y="159"/>
                </a:lnTo>
                <a:lnTo>
                  <a:pt x="80" y="197"/>
                </a:lnTo>
                <a:lnTo>
                  <a:pt x="2" y="202"/>
                </a:lnTo>
                <a:lnTo>
                  <a:pt x="0" y="244"/>
                </a:lnTo>
                <a:lnTo>
                  <a:pt x="80" y="256"/>
                </a:lnTo>
                <a:lnTo>
                  <a:pt x="88" y="292"/>
                </a:lnTo>
                <a:lnTo>
                  <a:pt x="29" y="345"/>
                </a:lnTo>
                <a:lnTo>
                  <a:pt x="50" y="378"/>
                </a:lnTo>
                <a:lnTo>
                  <a:pt x="116" y="347"/>
                </a:lnTo>
                <a:lnTo>
                  <a:pt x="141" y="372"/>
                </a:lnTo>
                <a:lnTo>
                  <a:pt x="107" y="435"/>
                </a:lnTo>
                <a:lnTo>
                  <a:pt x="139" y="462"/>
                </a:lnTo>
                <a:lnTo>
                  <a:pt x="198" y="404"/>
                </a:lnTo>
                <a:lnTo>
                  <a:pt x="232" y="416"/>
                </a:lnTo>
                <a:lnTo>
                  <a:pt x="240" y="494"/>
                </a:lnTo>
                <a:lnTo>
                  <a:pt x="292" y="496"/>
                </a:lnTo>
                <a:lnTo>
                  <a:pt x="297" y="414"/>
                </a:lnTo>
                <a:lnTo>
                  <a:pt x="341" y="403"/>
                </a:lnTo>
                <a:lnTo>
                  <a:pt x="393" y="460"/>
                </a:lnTo>
                <a:lnTo>
                  <a:pt x="427" y="439"/>
                </a:lnTo>
                <a:lnTo>
                  <a:pt x="393" y="370"/>
                </a:lnTo>
                <a:lnTo>
                  <a:pt x="416" y="341"/>
                </a:lnTo>
                <a:lnTo>
                  <a:pt x="484" y="374"/>
                </a:lnTo>
                <a:lnTo>
                  <a:pt x="505" y="338"/>
                </a:lnTo>
                <a:lnTo>
                  <a:pt x="442" y="292"/>
                </a:lnTo>
                <a:lnTo>
                  <a:pt x="450" y="252"/>
                </a:lnTo>
                <a:lnTo>
                  <a:pt x="528" y="244"/>
                </a:lnTo>
                <a:lnTo>
                  <a:pt x="526" y="204"/>
                </a:lnTo>
                <a:lnTo>
                  <a:pt x="448" y="193"/>
                </a:lnTo>
                <a:lnTo>
                  <a:pt x="440" y="162"/>
                </a:lnTo>
                <a:lnTo>
                  <a:pt x="503" y="119"/>
                </a:lnTo>
                <a:lnTo>
                  <a:pt x="482" y="82"/>
                </a:lnTo>
                <a:lnTo>
                  <a:pt x="412" y="111"/>
                </a:lnTo>
                <a:lnTo>
                  <a:pt x="389" y="88"/>
                </a:lnTo>
                <a:lnTo>
                  <a:pt x="425" y="21"/>
                </a:lnTo>
                <a:lnTo>
                  <a:pt x="391" y="0"/>
                </a:lnTo>
                <a:lnTo>
                  <a:pt x="335" y="56"/>
                </a:lnTo>
                <a:close/>
              </a:path>
            </a:pathLst>
          </a:custGeom>
          <a:gradFill rotWithShape="0">
            <a:gsLst>
              <a:gs pos="0">
                <a:schemeClr val="accent1"/>
              </a:gs>
              <a:gs pos="100000">
                <a:schemeClr val="bg1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Freeform 4"/>
          <p:cNvSpPr>
            <a:spLocks/>
          </p:cNvSpPr>
          <p:nvPr/>
        </p:nvSpPr>
        <p:spPr bwMode="hidden">
          <a:xfrm>
            <a:off x="1589617" y="354014"/>
            <a:ext cx="3022600" cy="2270125"/>
          </a:xfrm>
          <a:custGeom>
            <a:avLst/>
            <a:gdLst/>
            <a:ahLst/>
            <a:cxnLst>
              <a:cxn ang="0">
                <a:pos x="1469" y="384"/>
              </a:cxn>
              <a:cxn ang="0">
                <a:pos x="1285" y="342"/>
              </a:cxn>
              <a:cxn ang="0">
                <a:pos x="1260" y="0"/>
              </a:cxn>
              <a:cxn ang="0">
                <a:pos x="1035" y="17"/>
              </a:cxn>
              <a:cxn ang="0">
                <a:pos x="1018" y="342"/>
              </a:cxn>
              <a:cxn ang="0">
                <a:pos x="868" y="393"/>
              </a:cxn>
              <a:cxn ang="0">
                <a:pos x="651" y="117"/>
              </a:cxn>
              <a:cxn ang="0">
                <a:pos x="501" y="201"/>
              </a:cxn>
              <a:cxn ang="0">
                <a:pos x="643" y="509"/>
              </a:cxn>
              <a:cxn ang="0">
                <a:pos x="543" y="610"/>
              </a:cxn>
              <a:cxn ang="0">
                <a:pos x="217" y="493"/>
              </a:cxn>
              <a:cxn ang="0">
                <a:pos x="142" y="618"/>
              </a:cxn>
              <a:cxn ang="0">
                <a:pos x="392" y="835"/>
              </a:cxn>
              <a:cxn ang="0">
                <a:pos x="351" y="1002"/>
              </a:cxn>
              <a:cxn ang="0">
                <a:pos x="8" y="1027"/>
              </a:cxn>
              <a:cxn ang="0">
                <a:pos x="0" y="1211"/>
              </a:cxn>
              <a:cxn ang="0">
                <a:pos x="351" y="1261"/>
              </a:cxn>
              <a:cxn ang="0">
                <a:pos x="384" y="1419"/>
              </a:cxn>
              <a:cxn ang="0">
                <a:pos x="125" y="1653"/>
              </a:cxn>
              <a:cxn ang="0">
                <a:pos x="217" y="1795"/>
              </a:cxn>
              <a:cxn ang="0">
                <a:pos x="509" y="1661"/>
              </a:cxn>
              <a:cxn ang="0">
                <a:pos x="618" y="1770"/>
              </a:cxn>
              <a:cxn ang="0">
                <a:pos x="467" y="2045"/>
              </a:cxn>
              <a:cxn ang="0">
                <a:pos x="609" y="2162"/>
              </a:cxn>
              <a:cxn ang="0">
                <a:pos x="868" y="1912"/>
              </a:cxn>
              <a:cxn ang="0">
                <a:pos x="1018" y="1962"/>
              </a:cxn>
              <a:cxn ang="0">
                <a:pos x="1052" y="2304"/>
              </a:cxn>
              <a:cxn ang="0">
                <a:pos x="1277" y="2313"/>
              </a:cxn>
              <a:cxn ang="0">
                <a:pos x="1302" y="1954"/>
              </a:cxn>
              <a:cxn ang="0">
                <a:pos x="1494" y="1904"/>
              </a:cxn>
              <a:cxn ang="0">
                <a:pos x="1720" y="2154"/>
              </a:cxn>
              <a:cxn ang="0">
                <a:pos x="1870" y="2062"/>
              </a:cxn>
              <a:cxn ang="0">
                <a:pos x="1720" y="1762"/>
              </a:cxn>
              <a:cxn ang="0">
                <a:pos x="1820" y="1636"/>
              </a:cxn>
              <a:cxn ang="0">
                <a:pos x="2120" y="1778"/>
              </a:cxn>
              <a:cxn ang="0">
                <a:pos x="2212" y="1620"/>
              </a:cxn>
              <a:cxn ang="0">
                <a:pos x="1937" y="1419"/>
              </a:cxn>
              <a:cxn ang="0">
                <a:pos x="1970" y="1244"/>
              </a:cxn>
              <a:cxn ang="0">
                <a:pos x="2312" y="1211"/>
              </a:cxn>
              <a:cxn ang="0">
                <a:pos x="2304" y="1035"/>
              </a:cxn>
              <a:cxn ang="0">
                <a:pos x="1962" y="985"/>
              </a:cxn>
              <a:cxn ang="0">
                <a:pos x="1928" y="852"/>
              </a:cxn>
              <a:cxn ang="0">
                <a:pos x="2204" y="660"/>
              </a:cxn>
              <a:cxn ang="0">
                <a:pos x="2112" y="501"/>
              </a:cxn>
              <a:cxn ang="0">
                <a:pos x="1803" y="626"/>
              </a:cxn>
              <a:cxn ang="0">
                <a:pos x="1703" y="526"/>
              </a:cxn>
              <a:cxn ang="0">
                <a:pos x="1861" y="234"/>
              </a:cxn>
              <a:cxn ang="0">
                <a:pos x="1711" y="142"/>
              </a:cxn>
              <a:cxn ang="0">
                <a:pos x="1469" y="384"/>
              </a:cxn>
            </a:cxnLst>
            <a:rect l="0" t="0" r="r" b="b"/>
            <a:pathLst>
              <a:path w="2312" h="2313">
                <a:moveTo>
                  <a:pt x="1469" y="384"/>
                </a:moveTo>
                <a:lnTo>
                  <a:pt x="1285" y="342"/>
                </a:lnTo>
                <a:lnTo>
                  <a:pt x="1260" y="0"/>
                </a:lnTo>
                <a:lnTo>
                  <a:pt x="1035" y="17"/>
                </a:lnTo>
                <a:lnTo>
                  <a:pt x="1018" y="342"/>
                </a:lnTo>
                <a:lnTo>
                  <a:pt x="868" y="393"/>
                </a:lnTo>
                <a:lnTo>
                  <a:pt x="651" y="117"/>
                </a:lnTo>
                <a:lnTo>
                  <a:pt x="501" y="201"/>
                </a:lnTo>
                <a:lnTo>
                  <a:pt x="643" y="509"/>
                </a:lnTo>
                <a:lnTo>
                  <a:pt x="543" y="610"/>
                </a:lnTo>
                <a:lnTo>
                  <a:pt x="217" y="493"/>
                </a:lnTo>
                <a:lnTo>
                  <a:pt x="142" y="618"/>
                </a:lnTo>
                <a:lnTo>
                  <a:pt x="392" y="835"/>
                </a:lnTo>
                <a:lnTo>
                  <a:pt x="351" y="1002"/>
                </a:lnTo>
                <a:lnTo>
                  <a:pt x="8" y="1027"/>
                </a:lnTo>
                <a:lnTo>
                  <a:pt x="0" y="1211"/>
                </a:lnTo>
                <a:lnTo>
                  <a:pt x="351" y="1261"/>
                </a:lnTo>
                <a:lnTo>
                  <a:pt x="384" y="1419"/>
                </a:lnTo>
                <a:lnTo>
                  <a:pt x="125" y="1653"/>
                </a:lnTo>
                <a:lnTo>
                  <a:pt x="217" y="1795"/>
                </a:lnTo>
                <a:lnTo>
                  <a:pt x="509" y="1661"/>
                </a:lnTo>
                <a:lnTo>
                  <a:pt x="618" y="1770"/>
                </a:lnTo>
                <a:lnTo>
                  <a:pt x="467" y="2045"/>
                </a:lnTo>
                <a:lnTo>
                  <a:pt x="609" y="2162"/>
                </a:lnTo>
                <a:lnTo>
                  <a:pt x="868" y="1912"/>
                </a:lnTo>
                <a:lnTo>
                  <a:pt x="1018" y="1962"/>
                </a:lnTo>
                <a:lnTo>
                  <a:pt x="1052" y="2304"/>
                </a:lnTo>
                <a:lnTo>
                  <a:pt x="1277" y="2313"/>
                </a:lnTo>
                <a:lnTo>
                  <a:pt x="1302" y="1954"/>
                </a:lnTo>
                <a:lnTo>
                  <a:pt x="1494" y="1904"/>
                </a:lnTo>
                <a:lnTo>
                  <a:pt x="1720" y="2154"/>
                </a:lnTo>
                <a:lnTo>
                  <a:pt x="1870" y="2062"/>
                </a:lnTo>
                <a:lnTo>
                  <a:pt x="1720" y="1762"/>
                </a:lnTo>
                <a:lnTo>
                  <a:pt x="1820" y="1636"/>
                </a:lnTo>
                <a:lnTo>
                  <a:pt x="2120" y="1778"/>
                </a:lnTo>
                <a:lnTo>
                  <a:pt x="2212" y="1620"/>
                </a:lnTo>
                <a:lnTo>
                  <a:pt x="1937" y="1419"/>
                </a:lnTo>
                <a:lnTo>
                  <a:pt x="1970" y="1244"/>
                </a:lnTo>
                <a:lnTo>
                  <a:pt x="2312" y="1211"/>
                </a:lnTo>
                <a:lnTo>
                  <a:pt x="2304" y="1035"/>
                </a:lnTo>
                <a:lnTo>
                  <a:pt x="1962" y="985"/>
                </a:lnTo>
                <a:lnTo>
                  <a:pt x="1928" y="852"/>
                </a:lnTo>
                <a:lnTo>
                  <a:pt x="2204" y="660"/>
                </a:lnTo>
                <a:lnTo>
                  <a:pt x="2112" y="501"/>
                </a:lnTo>
                <a:lnTo>
                  <a:pt x="1803" y="626"/>
                </a:lnTo>
                <a:lnTo>
                  <a:pt x="1703" y="526"/>
                </a:lnTo>
                <a:lnTo>
                  <a:pt x="1861" y="234"/>
                </a:lnTo>
                <a:lnTo>
                  <a:pt x="1711" y="142"/>
                </a:lnTo>
                <a:lnTo>
                  <a:pt x="1469" y="384"/>
                </a:lnTo>
                <a:close/>
              </a:path>
            </a:pathLst>
          </a:cu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Freeform 5"/>
          <p:cNvSpPr>
            <a:spLocks/>
          </p:cNvSpPr>
          <p:nvPr/>
        </p:nvSpPr>
        <p:spPr bwMode="hidden">
          <a:xfrm>
            <a:off x="3376084" y="1270000"/>
            <a:ext cx="4893733" cy="3671888"/>
          </a:xfrm>
          <a:custGeom>
            <a:avLst/>
            <a:gdLst/>
            <a:ahLst/>
            <a:cxnLst>
              <a:cxn ang="0">
                <a:pos x="1469" y="384"/>
              </a:cxn>
              <a:cxn ang="0">
                <a:pos x="1285" y="342"/>
              </a:cxn>
              <a:cxn ang="0">
                <a:pos x="1260" y="0"/>
              </a:cxn>
              <a:cxn ang="0">
                <a:pos x="1035" y="17"/>
              </a:cxn>
              <a:cxn ang="0">
                <a:pos x="1018" y="342"/>
              </a:cxn>
              <a:cxn ang="0">
                <a:pos x="868" y="393"/>
              </a:cxn>
              <a:cxn ang="0">
                <a:pos x="651" y="117"/>
              </a:cxn>
              <a:cxn ang="0">
                <a:pos x="501" y="201"/>
              </a:cxn>
              <a:cxn ang="0">
                <a:pos x="643" y="509"/>
              </a:cxn>
              <a:cxn ang="0">
                <a:pos x="543" y="610"/>
              </a:cxn>
              <a:cxn ang="0">
                <a:pos x="217" y="493"/>
              </a:cxn>
              <a:cxn ang="0">
                <a:pos x="142" y="618"/>
              </a:cxn>
              <a:cxn ang="0">
                <a:pos x="392" y="835"/>
              </a:cxn>
              <a:cxn ang="0">
                <a:pos x="351" y="1002"/>
              </a:cxn>
              <a:cxn ang="0">
                <a:pos x="8" y="1027"/>
              </a:cxn>
              <a:cxn ang="0">
                <a:pos x="0" y="1211"/>
              </a:cxn>
              <a:cxn ang="0">
                <a:pos x="351" y="1261"/>
              </a:cxn>
              <a:cxn ang="0">
                <a:pos x="384" y="1419"/>
              </a:cxn>
              <a:cxn ang="0">
                <a:pos x="125" y="1653"/>
              </a:cxn>
              <a:cxn ang="0">
                <a:pos x="217" y="1795"/>
              </a:cxn>
              <a:cxn ang="0">
                <a:pos x="509" y="1661"/>
              </a:cxn>
              <a:cxn ang="0">
                <a:pos x="618" y="1770"/>
              </a:cxn>
              <a:cxn ang="0">
                <a:pos x="467" y="2045"/>
              </a:cxn>
              <a:cxn ang="0">
                <a:pos x="609" y="2162"/>
              </a:cxn>
              <a:cxn ang="0">
                <a:pos x="868" y="1912"/>
              </a:cxn>
              <a:cxn ang="0">
                <a:pos x="1018" y="1962"/>
              </a:cxn>
              <a:cxn ang="0">
                <a:pos x="1052" y="2304"/>
              </a:cxn>
              <a:cxn ang="0">
                <a:pos x="1277" y="2313"/>
              </a:cxn>
              <a:cxn ang="0">
                <a:pos x="1302" y="1954"/>
              </a:cxn>
              <a:cxn ang="0">
                <a:pos x="1494" y="1904"/>
              </a:cxn>
              <a:cxn ang="0">
                <a:pos x="1720" y="2154"/>
              </a:cxn>
              <a:cxn ang="0">
                <a:pos x="1870" y="2062"/>
              </a:cxn>
              <a:cxn ang="0">
                <a:pos x="1720" y="1762"/>
              </a:cxn>
              <a:cxn ang="0">
                <a:pos x="1820" y="1636"/>
              </a:cxn>
              <a:cxn ang="0">
                <a:pos x="2120" y="1778"/>
              </a:cxn>
              <a:cxn ang="0">
                <a:pos x="2212" y="1620"/>
              </a:cxn>
              <a:cxn ang="0">
                <a:pos x="1937" y="1419"/>
              </a:cxn>
              <a:cxn ang="0">
                <a:pos x="1970" y="1244"/>
              </a:cxn>
              <a:cxn ang="0">
                <a:pos x="2312" y="1211"/>
              </a:cxn>
              <a:cxn ang="0">
                <a:pos x="2304" y="1035"/>
              </a:cxn>
              <a:cxn ang="0">
                <a:pos x="1962" y="985"/>
              </a:cxn>
              <a:cxn ang="0">
                <a:pos x="1928" y="852"/>
              </a:cxn>
              <a:cxn ang="0">
                <a:pos x="2204" y="660"/>
              </a:cxn>
              <a:cxn ang="0">
                <a:pos x="2112" y="501"/>
              </a:cxn>
              <a:cxn ang="0">
                <a:pos x="1803" y="626"/>
              </a:cxn>
              <a:cxn ang="0">
                <a:pos x="1703" y="526"/>
              </a:cxn>
              <a:cxn ang="0">
                <a:pos x="1861" y="234"/>
              </a:cxn>
              <a:cxn ang="0">
                <a:pos x="1711" y="142"/>
              </a:cxn>
              <a:cxn ang="0">
                <a:pos x="1469" y="384"/>
              </a:cxn>
            </a:cxnLst>
            <a:rect l="0" t="0" r="r" b="b"/>
            <a:pathLst>
              <a:path w="2312" h="2313">
                <a:moveTo>
                  <a:pt x="1469" y="384"/>
                </a:moveTo>
                <a:lnTo>
                  <a:pt x="1285" y="342"/>
                </a:lnTo>
                <a:lnTo>
                  <a:pt x="1260" y="0"/>
                </a:lnTo>
                <a:lnTo>
                  <a:pt x="1035" y="17"/>
                </a:lnTo>
                <a:lnTo>
                  <a:pt x="1018" y="342"/>
                </a:lnTo>
                <a:lnTo>
                  <a:pt x="868" y="393"/>
                </a:lnTo>
                <a:lnTo>
                  <a:pt x="651" y="117"/>
                </a:lnTo>
                <a:lnTo>
                  <a:pt x="501" y="201"/>
                </a:lnTo>
                <a:lnTo>
                  <a:pt x="643" y="509"/>
                </a:lnTo>
                <a:lnTo>
                  <a:pt x="543" y="610"/>
                </a:lnTo>
                <a:lnTo>
                  <a:pt x="217" y="493"/>
                </a:lnTo>
                <a:lnTo>
                  <a:pt x="142" y="618"/>
                </a:lnTo>
                <a:lnTo>
                  <a:pt x="392" y="835"/>
                </a:lnTo>
                <a:lnTo>
                  <a:pt x="351" y="1002"/>
                </a:lnTo>
                <a:lnTo>
                  <a:pt x="8" y="1027"/>
                </a:lnTo>
                <a:lnTo>
                  <a:pt x="0" y="1211"/>
                </a:lnTo>
                <a:lnTo>
                  <a:pt x="351" y="1261"/>
                </a:lnTo>
                <a:lnTo>
                  <a:pt x="384" y="1419"/>
                </a:lnTo>
                <a:lnTo>
                  <a:pt x="125" y="1653"/>
                </a:lnTo>
                <a:lnTo>
                  <a:pt x="217" y="1795"/>
                </a:lnTo>
                <a:lnTo>
                  <a:pt x="509" y="1661"/>
                </a:lnTo>
                <a:lnTo>
                  <a:pt x="618" y="1770"/>
                </a:lnTo>
                <a:lnTo>
                  <a:pt x="467" y="2045"/>
                </a:lnTo>
                <a:lnTo>
                  <a:pt x="609" y="2162"/>
                </a:lnTo>
                <a:lnTo>
                  <a:pt x="868" y="1912"/>
                </a:lnTo>
                <a:lnTo>
                  <a:pt x="1018" y="1962"/>
                </a:lnTo>
                <a:lnTo>
                  <a:pt x="1052" y="2304"/>
                </a:lnTo>
                <a:lnTo>
                  <a:pt x="1277" y="2313"/>
                </a:lnTo>
                <a:lnTo>
                  <a:pt x="1302" y="1954"/>
                </a:lnTo>
                <a:lnTo>
                  <a:pt x="1494" y="1904"/>
                </a:lnTo>
                <a:lnTo>
                  <a:pt x="1720" y="2154"/>
                </a:lnTo>
                <a:lnTo>
                  <a:pt x="1870" y="2062"/>
                </a:lnTo>
                <a:lnTo>
                  <a:pt x="1720" y="1762"/>
                </a:lnTo>
                <a:lnTo>
                  <a:pt x="1820" y="1636"/>
                </a:lnTo>
                <a:lnTo>
                  <a:pt x="2120" y="1778"/>
                </a:lnTo>
                <a:lnTo>
                  <a:pt x="2212" y="1620"/>
                </a:lnTo>
                <a:lnTo>
                  <a:pt x="1937" y="1419"/>
                </a:lnTo>
                <a:lnTo>
                  <a:pt x="1970" y="1244"/>
                </a:lnTo>
                <a:lnTo>
                  <a:pt x="2312" y="1211"/>
                </a:lnTo>
                <a:lnTo>
                  <a:pt x="2304" y="1035"/>
                </a:lnTo>
                <a:lnTo>
                  <a:pt x="1962" y="985"/>
                </a:lnTo>
                <a:lnTo>
                  <a:pt x="1928" y="852"/>
                </a:lnTo>
                <a:lnTo>
                  <a:pt x="2204" y="660"/>
                </a:lnTo>
                <a:lnTo>
                  <a:pt x="2112" y="501"/>
                </a:lnTo>
                <a:lnTo>
                  <a:pt x="1803" y="626"/>
                </a:lnTo>
                <a:lnTo>
                  <a:pt x="1703" y="526"/>
                </a:lnTo>
                <a:lnTo>
                  <a:pt x="1861" y="234"/>
                </a:lnTo>
                <a:lnTo>
                  <a:pt x="1711" y="142"/>
                </a:lnTo>
                <a:lnTo>
                  <a:pt x="1469" y="384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Freeform 6"/>
          <p:cNvSpPr>
            <a:spLocks/>
          </p:cNvSpPr>
          <p:nvPr/>
        </p:nvSpPr>
        <p:spPr bwMode="hidden">
          <a:xfrm>
            <a:off x="4233" y="4797425"/>
            <a:ext cx="4557184" cy="2097088"/>
          </a:xfrm>
          <a:custGeom>
            <a:avLst/>
            <a:gdLst/>
            <a:ahLst/>
            <a:cxnLst>
              <a:cxn ang="0">
                <a:pos x="1368" y="358"/>
              </a:cxn>
              <a:cxn ang="0">
                <a:pos x="1197" y="318"/>
              </a:cxn>
              <a:cxn ang="0">
                <a:pos x="1173" y="0"/>
              </a:cxn>
              <a:cxn ang="0">
                <a:pos x="964" y="16"/>
              </a:cxn>
              <a:cxn ang="0">
                <a:pos x="948" y="318"/>
              </a:cxn>
              <a:cxn ang="0">
                <a:pos x="808" y="366"/>
              </a:cxn>
              <a:cxn ang="0">
                <a:pos x="606" y="109"/>
              </a:cxn>
              <a:cxn ang="0">
                <a:pos x="467" y="187"/>
              </a:cxn>
              <a:cxn ang="0">
                <a:pos x="599" y="474"/>
              </a:cxn>
              <a:cxn ang="0">
                <a:pos x="506" y="568"/>
              </a:cxn>
              <a:cxn ang="0">
                <a:pos x="202" y="459"/>
              </a:cxn>
              <a:cxn ang="0">
                <a:pos x="132" y="576"/>
              </a:cxn>
              <a:cxn ang="0">
                <a:pos x="365" y="778"/>
              </a:cxn>
              <a:cxn ang="0">
                <a:pos x="327" y="933"/>
              </a:cxn>
              <a:cxn ang="0">
                <a:pos x="7" y="956"/>
              </a:cxn>
              <a:cxn ang="0">
                <a:pos x="0" y="1128"/>
              </a:cxn>
              <a:cxn ang="0">
                <a:pos x="327" y="1174"/>
              </a:cxn>
              <a:cxn ang="0">
                <a:pos x="358" y="1321"/>
              </a:cxn>
              <a:cxn ang="0">
                <a:pos x="1804" y="1321"/>
              </a:cxn>
              <a:cxn ang="0">
                <a:pos x="1835" y="1158"/>
              </a:cxn>
              <a:cxn ang="0">
                <a:pos x="2153" y="1128"/>
              </a:cxn>
              <a:cxn ang="0">
                <a:pos x="2146" y="964"/>
              </a:cxn>
              <a:cxn ang="0">
                <a:pos x="1827" y="917"/>
              </a:cxn>
              <a:cxn ang="0">
                <a:pos x="1795" y="793"/>
              </a:cxn>
              <a:cxn ang="0">
                <a:pos x="2052" y="615"/>
              </a:cxn>
              <a:cxn ang="0">
                <a:pos x="1967" y="467"/>
              </a:cxn>
              <a:cxn ang="0">
                <a:pos x="1679" y="583"/>
              </a:cxn>
              <a:cxn ang="0">
                <a:pos x="1586" y="490"/>
              </a:cxn>
              <a:cxn ang="0">
                <a:pos x="1733" y="218"/>
              </a:cxn>
              <a:cxn ang="0">
                <a:pos x="1593" y="132"/>
              </a:cxn>
              <a:cxn ang="0">
                <a:pos x="1368" y="358"/>
              </a:cxn>
            </a:cxnLst>
            <a:rect l="0" t="0" r="r" b="b"/>
            <a:pathLst>
              <a:path w="2153" h="1321">
                <a:moveTo>
                  <a:pt x="1368" y="358"/>
                </a:moveTo>
                <a:lnTo>
                  <a:pt x="1197" y="318"/>
                </a:lnTo>
                <a:lnTo>
                  <a:pt x="1173" y="0"/>
                </a:lnTo>
                <a:lnTo>
                  <a:pt x="964" y="16"/>
                </a:lnTo>
                <a:lnTo>
                  <a:pt x="948" y="318"/>
                </a:lnTo>
                <a:lnTo>
                  <a:pt x="808" y="366"/>
                </a:lnTo>
                <a:lnTo>
                  <a:pt x="606" y="109"/>
                </a:lnTo>
                <a:lnTo>
                  <a:pt x="467" y="187"/>
                </a:lnTo>
                <a:lnTo>
                  <a:pt x="599" y="474"/>
                </a:lnTo>
                <a:lnTo>
                  <a:pt x="506" y="568"/>
                </a:lnTo>
                <a:lnTo>
                  <a:pt x="202" y="459"/>
                </a:lnTo>
                <a:lnTo>
                  <a:pt x="132" y="576"/>
                </a:lnTo>
                <a:lnTo>
                  <a:pt x="365" y="778"/>
                </a:lnTo>
                <a:lnTo>
                  <a:pt x="327" y="933"/>
                </a:lnTo>
                <a:lnTo>
                  <a:pt x="7" y="956"/>
                </a:lnTo>
                <a:lnTo>
                  <a:pt x="0" y="1128"/>
                </a:lnTo>
                <a:lnTo>
                  <a:pt x="327" y="1174"/>
                </a:lnTo>
                <a:lnTo>
                  <a:pt x="358" y="1321"/>
                </a:lnTo>
                <a:lnTo>
                  <a:pt x="1804" y="1321"/>
                </a:lnTo>
                <a:lnTo>
                  <a:pt x="1835" y="1158"/>
                </a:lnTo>
                <a:lnTo>
                  <a:pt x="2153" y="1128"/>
                </a:lnTo>
                <a:lnTo>
                  <a:pt x="2146" y="964"/>
                </a:lnTo>
                <a:lnTo>
                  <a:pt x="1827" y="917"/>
                </a:lnTo>
                <a:lnTo>
                  <a:pt x="1795" y="793"/>
                </a:lnTo>
                <a:lnTo>
                  <a:pt x="2052" y="615"/>
                </a:lnTo>
                <a:lnTo>
                  <a:pt x="1967" y="467"/>
                </a:lnTo>
                <a:lnTo>
                  <a:pt x="1679" y="583"/>
                </a:lnTo>
                <a:lnTo>
                  <a:pt x="1586" y="490"/>
                </a:lnTo>
                <a:lnTo>
                  <a:pt x="1733" y="218"/>
                </a:lnTo>
                <a:lnTo>
                  <a:pt x="1593" y="132"/>
                </a:lnTo>
                <a:lnTo>
                  <a:pt x="1368" y="358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9" name="Freeform 7"/>
          <p:cNvSpPr>
            <a:spLocks/>
          </p:cNvSpPr>
          <p:nvPr/>
        </p:nvSpPr>
        <p:spPr bwMode="hidden">
          <a:xfrm>
            <a:off x="5992285" y="4425951"/>
            <a:ext cx="3018367" cy="2263775"/>
          </a:xfrm>
          <a:custGeom>
            <a:avLst/>
            <a:gdLst/>
            <a:ahLst/>
            <a:cxnLst>
              <a:cxn ang="0">
                <a:pos x="1469" y="384"/>
              </a:cxn>
              <a:cxn ang="0">
                <a:pos x="1285" y="342"/>
              </a:cxn>
              <a:cxn ang="0">
                <a:pos x="1260" y="0"/>
              </a:cxn>
              <a:cxn ang="0">
                <a:pos x="1035" y="17"/>
              </a:cxn>
              <a:cxn ang="0">
                <a:pos x="1018" y="342"/>
              </a:cxn>
              <a:cxn ang="0">
                <a:pos x="868" y="393"/>
              </a:cxn>
              <a:cxn ang="0">
                <a:pos x="651" y="117"/>
              </a:cxn>
              <a:cxn ang="0">
                <a:pos x="501" y="201"/>
              </a:cxn>
              <a:cxn ang="0">
                <a:pos x="643" y="509"/>
              </a:cxn>
              <a:cxn ang="0">
                <a:pos x="543" y="610"/>
              </a:cxn>
              <a:cxn ang="0">
                <a:pos x="217" y="493"/>
              </a:cxn>
              <a:cxn ang="0">
                <a:pos x="142" y="618"/>
              </a:cxn>
              <a:cxn ang="0">
                <a:pos x="392" y="835"/>
              </a:cxn>
              <a:cxn ang="0">
                <a:pos x="351" y="1002"/>
              </a:cxn>
              <a:cxn ang="0">
                <a:pos x="8" y="1027"/>
              </a:cxn>
              <a:cxn ang="0">
                <a:pos x="0" y="1211"/>
              </a:cxn>
              <a:cxn ang="0">
                <a:pos x="351" y="1261"/>
              </a:cxn>
              <a:cxn ang="0">
                <a:pos x="384" y="1419"/>
              </a:cxn>
              <a:cxn ang="0">
                <a:pos x="125" y="1653"/>
              </a:cxn>
              <a:cxn ang="0">
                <a:pos x="217" y="1795"/>
              </a:cxn>
              <a:cxn ang="0">
                <a:pos x="509" y="1661"/>
              </a:cxn>
              <a:cxn ang="0">
                <a:pos x="618" y="1770"/>
              </a:cxn>
              <a:cxn ang="0">
                <a:pos x="467" y="2045"/>
              </a:cxn>
              <a:cxn ang="0">
                <a:pos x="609" y="2162"/>
              </a:cxn>
              <a:cxn ang="0">
                <a:pos x="868" y="1912"/>
              </a:cxn>
              <a:cxn ang="0">
                <a:pos x="1018" y="1962"/>
              </a:cxn>
              <a:cxn ang="0">
                <a:pos x="1052" y="2304"/>
              </a:cxn>
              <a:cxn ang="0">
                <a:pos x="1277" y="2313"/>
              </a:cxn>
              <a:cxn ang="0">
                <a:pos x="1302" y="1954"/>
              </a:cxn>
              <a:cxn ang="0">
                <a:pos x="1494" y="1904"/>
              </a:cxn>
              <a:cxn ang="0">
                <a:pos x="1720" y="2154"/>
              </a:cxn>
              <a:cxn ang="0">
                <a:pos x="1870" y="2062"/>
              </a:cxn>
              <a:cxn ang="0">
                <a:pos x="1720" y="1762"/>
              </a:cxn>
              <a:cxn ang="0">
                <a:pos x="1820" y="1636"/>
              </a:cxn>
              <a:cxn ang="0">
                <a:pos x="2120" y="1778"/>
              </a:cxn>
              <a:cxn ang="0">
                <a:pos x="2212" y="1620"/>
              </a:cxn>
              <a:cxn ang="0">
                <a:pos x="1937" y="1419"/>
              </a:cxn>
              <a:cxn ang="0">
                <a:pos x="1970" y="1244"/>
              </a:cxn>
              <a:cxn ang="0">
                <a:pos x="2312" y="1211"/>
              </a:cxn>
              <a:cxn ang="0">
                <a:pos x="2304" y="1035"/>
              </a:cxn>
              <a:cxn ang="0">
                <a:pos x="1962" y="985"/>
              </a:cxn>
              <a:cxn ang="0">
                <a:pos x="1928" y="852"/>
              </a:cxn>
              <a:cxn ang="0">
                <a:pos x="2204" y="660"/>
              </a:cxn>
              <a:cxn ang="0">
                <a:pos x="2112" y="501"/>
              </a:cxn>
              <a:cxn ang="0">
                <a:pos x="1803" y="626"/>
              </a:cxn>
              <a:cxn ang="0">
                <a:pos x="1703" y="526"/>
              </a:cxn>
              <a:cxn ang="0">
                <a:pos x="1861" y="234"/>
              </a:cxn>
              <a:cxn ang="0">
                <a:pos x="1711" y="142"/>
              </a:cxn>
              <a:cxn ang="0">
                <a:pos x="1469" y="384"/>
              </a:cxn>
            </a:cxnLst>
            <a:rect l="0" t="0" r="r" b="b"/>
            <a:pathLst>
              <a:path w="2312" h="2313">
                <a:moveTo>
                  <a:pt x="1469" y="384"/>
                </a:moveTo>
                <a:lnTo>
                  <a:pt x="1285" y="342"/>
                </a:lnTo>
                <a:lnTo>
                  <a:pt x="1260" y="0"/>
                </a:lnTo>
                <a:lnTo>
                  <a:pt x="1035" y="17"/>
                </a:lnTo>
                <a:lnTo>
                  <a:pt x="1018" y="342"/>
                </a:lnTo>
                <a:lnTo>
                  <a:pt x="868" y="393"/>
                </a:lnTo>
                <a:lnTo>
                  <a:pt x="651" y="117"/>
                </a:lnTo>
                <a:lnTo>
                  <a:pt x="501" y="201"/>
                </a:lnTo>
                <a:lnTo>
                  <a:pt x="643" y="509"/>
                </a:lnTo>
                <a:lnTo>
                  <a:pt x="543" y="610"/>
                </a:lnTo>
                <a:lnTo>
                  <a:pt x="217" y="493"/>
                </a:lnTo>
                <a:lnTo>
                  <a:pt x="142" y="618"/>
                </a:lnTo>
                <a:lnTo>
                  <a:pt x="392" y="835"/>
                </a:lnTo>
                <a:lnTo>
                  <a:pt x="351" y="1002"/>
                </a:lnTo>
                <a:lnTo>
                  <a:pt x="8" y="1027"/>
                </a:lnTo>
                <a:lnTo>
                  <a:pt x="0" y="1211"/>
                </a:lnTo>
                <a:lnTo>
                  <a:pt x="351" y="1261"/>
                </a:lnTo>
                <a:lnTo>
                  <a:pt x="384" y="1419"/>
                </a:lnTo>
                <a:lnTo>
                  <a:pt x="125" y="1653"/>
                </a:lnTo>
                <a:lnTo>
                  <a:pt x="217" y="1795"/>
                </a:lnTo>
                <a:lnTo>
                  <a:pt x="509" y="1661"/>
                </a:lnTo>
                <a:lnTo>
                  <a:pt x="618" y="1770"/>
                </a:lnTo>
                <a:lnTo>
                  <a:pt x="467" y="2045"/>
                </a:lnTo>
                <a:lnTo>
                  <a:pt x="609" y="2162"/>
                </a:lnTo>
                <a:lnTo>
                  <a:pt x="868" y="1912"/>
                </a:lnTo>
                <a:lnTo>
                  <a:pt x="1018" y="1962"/>
                </a:lnTo>
                <a:lnTo>
                  <a:pt x="1052" y="2304"/>
                </a:lnTo>
                <a:lnTo>
                  <a:pt x="1277" y="2313"/>
                </a:lnTo>
                <a:lnTo>
                  <a:pt x="1302" y="1954"/>
                </a:lnTo>
                <a:lnTo>
                  <a:pt x="1494" y="1904"/>
                </a:lnTo>
                <a:lnTo>
                  <a:pt x="1720" y="2154"/>
                </a:lnTo>
                <a:lnTo>
                  <a:pt x="1870" y="2062"/>
                </a:lnTo>
                <a:lnTo>
                  <a:pt x="1720" y="1762"/>
                </a:lnTo>
                <a:lnTo>
                  <a:pt x="1820" y="1636"/>
                </a:lnTo>
                <a:lnTo>
                  <a:pt x="2120" y="1778"/>
                </a:lnTo>
                <a:lnTo>
                  <a:pt x="2212" y="1620"/>
                </a:lnTo>
                <a:lnTo>
                  <a:pt x="1937" y="1419"/>
                </a:lnTo>
                <a:lnTo>
                  <a:pt x="1970" y="1244"/>
                </a:lnTo>
                <a:lnTo>
                  <a:pt x="2312" y="1211"/>
                </a:lnTo>
                <a:lnTo>
                  <a:pt x="2304" y="1035"/>
                </a:lnTo>
                <a:lnTo>
                  <a:pt x="1962" y="985"/>
                </a:lnTo>
                <a:lnTo>
                  <a:pt x="1928" y="852"/>
                </a:lnTo>
                <a:lnTo>
                  <a:pt x="2204" y="660"/>
                </a:lnTo>
                <a:lnTo>
                  <a:pt x="2112" y="501"/>
                </a:lnTo>
                <a:lnTo>
                  <a:pt x="1803" y="626"/>
                </a:lnTo>
                <a:lnTo>
                  <a:pt x="1703" y="526"/>
                </a:lnTo>
                <a:lnTo>
                  <a:pt x="1861" y="234"/>
                </a:lnTo>
                <a:lnTo>
                  <a:pt x="1711" y="142"/>
                </a:lnTo>
                <a:lnTo>
                  <a:pt x="1469" y="384"/>
                </a:lnTo>
                <a:close/>
              </a:path>
            </a:pathLst>
          </a:cu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10" name="Freeform 8"/>
          <p:cNvSpPr>
            <a:spLocks/>
          </p:cNvSpPr>
          <p:nvPr/>
        </p:nvSpPr>
        <p:spPr bwMode="hidden">
          <a:xfrm>
            <a:off x="7528985" y="487363"/>
            <a:ext cx="3905249" cy="2930525"/>
          </a:xfrm>
          <a:custGeom>
            <a:avLst/>
            <a:gdLst/>
            <a:ahLst/>
            <a:cxnLst>
              <a:cxn ang="0">
                <a:pos x="1469" y="384"/>
              </a:cxn>
              <a:cxn ang="0">
                <a:pos x="1285" y="342"/>
              </a:cxn>
              <a:cxn ang="0">
                <a:pos x="1260" y="0"/>
              </a:cxn>
              <a:cxn ang="0">
                <a:pos x="1035" y="17"/>
              </a:cxn>
              <a:cxn ang="0">
                <a:pos x="1018" y="342"/>
              </a:cxn>
              <a:cxn ang="0">
                <a:pos x="868" y="393"/>
              </a:cxn>
              <a:cxn ang="0">
                <a:pos x="651" y="117"/>
              </a:cxn>
              <a:cxn ang="0">
                <a:pos x="501" y="201"/>
              </a:cxn>
              <a:cxn ang="0">
                <a:pos x="643" y="509"/>
              </a:cxn>
              <a:cxn ang="0">
                <a:pos x="543" y="610"/>
              </a:cxn>
              <a:cxn ang="0">
                <a:pos x="217" y="493"/>
              </a:cxn>
              <a:cxn ang="0">
                <a:pos x="142" y="618"/>
              </a:cxn>
              <a:cxn ang="0">
                <a:pos x="392" y="835"/>
              </a:cxn>
              <a:cxn ang="0">
                <a:pos x="351" y="1002"/>
              </a:cxn>
              <a:cxn ang="0">
                <a:pos x="8" y="1027"/>
              </a:cxn>
              <a:cxn ang="0">
                <a:pos x="0" y="1211"/>
              </a:cxn>
              <a:cxn ang="0">
                <a:pos x="351" y="1261"/>
              </a:cxn>
              <a:cxn ang="0">
                <a:pos x="384" y="1419"/>
              </a:cxn>
              <a:cxn ang="0">
                <a:pos x="125" y="1653"/>
              </a:cxn>
              <a:cxn ang="0">
                <a:pos x="217" y="1795"/>
              </a:cxn>
              <a:cxn ang="0">
                <a:pos x="509" y="1661"/>
              </a:cxn>
              <a:cxn ang="0">
                <a:pos x="618" y="1770"/>
              </a:cxn>
              <a:cxn ang="0">
                <a:pos x="467" y="2045"/>
              </a:cxn>
              <a:cxn ang="0">
                <a:pos x="609" y="2162"/>
              </a:cxn>
              <a:cxn ang="0">
                <a:pos x="868" y="1912"/>
              </a:cxn>
              <a:cxn ang="0">
                <a:pos x="1018" y="1962"/>
              </a:cxn>
              <a:cxn ang="0">
                <a:pos x="1052" y="2304"/>
              </a:cxn>
              <a:cxn ang="0">
                <a:pos x="1277" y="2313"/>
              </a:cxn>
              <a:cxn ang="0">
                <a:pos x="1302" y="1954"/>
              </a:cxn>
              <a:cxn ang="0">
                <a:pos x="1494" y="1904"/>
              </a:cxn>
              <a:cxn ang="0">
                <a:pos x="1720" y="2154"/>
              </a:cxn>
              <a:cxn ang="0">
                <a:pos x="1870" y="2062"/>
              </a:cxn>
              <a:cxn ang="0">
                <a:pos x="1720" y="1762"/>
              </a:cxn>
              <a:cxn ang="0">
                <a:pos x="1820" y="1636"/>
              </a:cxn>
              <a:cxn ang="0">
                <a:pos x="2120" y="1778"/>
              </a:cxn>
              <a:cxn ang="0">
                <a:pos x="2212" y="1620"/>
              </a:cxn>
              <a:cxn ang="0">
                <a:pos x="1937" y="1419"/>
              </a:cxn>
              <a:cxn ang="0">
                <a:pos x="1970" y="1244"/>
              </a:cxn>
              <a:cxn ang="0">
                <a:pos x="2312" y="1211"/>
              </a:cxn>
              <a:cxn ang="0">
                <a:pos x="2304" y="1035"/>
              </a:cxn>
              <a:cxn ang="0">
                <a:pos x="1962" y="985"/>
              </a:cxn>
              <a:cxn ang="0">
                <a:pos x="1928" y="852"/>
              </a:cxn>
              <a:cxn ang="0">
                <a:pos x="2204" y="660"/>
              </a:cxn>
              <a:cxn ang="0">
                <a:pos x="2112" y="501"/>
              </a:cxn>
              <a:cxn ang="0">
                <a:pos x="1803" y="626"/>
              </a:cxn>
              <a:cxn ang="0">
                <a:pos x="1703" y="526"/>
              </a:cxn>
              <a:cxn ang="0">
                <a:pos x="1861" y="234"/>
              </a:cxn>
              <a:cxn ang="0">
                <a:pos x="1711" y="142"/>
              </a:cxn>
              <a:cxn ang="0">
                <a:pos x="1469" y="384"/>
              </a:cxn>
            </a:cxnLst>
            <a:rect l="0" t="0" r="r" b="b"/>
            <a:pathLst>
              <a:path w="2312" h="2313">
                <a:moveTo>
                  <a:pt x="1469" y="384"/>
                </a:moveTo>
                <a:lnTo>
                  <a:pt x="1285" y="342"/>
                </a:lnTo>
                <a:lnTo>
                  <a:pt x="1260" y="0"/>
                </a:lnTo>
                <a:lnTo>
                  <a:pt x="1035" y="17"/>
                </a:lnTo>
                <a:lnTo>
                  <a:pt x="1018" y="342"/>
                </a:lnTo>
                <a:lnTo>
                  <a:pt x="868" y="393"/>
                </a:lnTo>
                <a:lnTo>
                  <a:pt x="651" y="117"/>
                </a:lnTo>
                <a:lnTo>
                  <a:pt x="501" y="201"/>
                </a:lnTo>
                <a:lnTo>
                  <a:pt x="643" y="509"/>
                </a:lnTo>
                <a:lnTo>
                  <a:pt x="543" y="610"/>
                </a:lnTo>
                <a:lnTo>
                  <a:pt x="217" y="493"/>
                </a:lnTo>
                <a:lnTo>
                  <a:pt x="142" y="618"/>
                </a:lnTo>
                <a:lnTo>
                  <a:pt x="392" y="835"/>
                </a:lnTo>
                <a:lnTo>
                  <a:pt x="351" y="1002"/>
                </a:lnTo>
                <a:lnTo>
                  <a:pt x="8" y="1027"/>
                </a:lnTo>
                <a:lnTo>
                  <a:pt x="0" y="1211"/>
                </a:lnTo>
                <a:lnTo>
                  <a:pt x="351" y="1261"/>
                </a:lnTo>
                <a:lnTo>
                  <a:pt x="384" y="1419"/>
                </a:lnTo>
                <a:lnTo>
                  <a:pt x="125" y="1653"/>
                </a:lnTo>
                <a:lnTo>
                  <a:pt x="217" y="1795"/>
                </a:lnTo>
                <a:lnTo>
                  <a:pt x="509" y="1661"/>
                </a:lnTo>
                <a:lnTo>
                  <a:pt x="618" y="1770"/>
                </a:lnTo>
                <a:lnTo>
                  <a:pt x="467" y="2045"/>
                </a:lnTo>
                <a:lnTo>
                  <a:pt x="609" y="2162"/>
                </a:lnTo>
                <a:lnTo>
                  <a:pt x="868" y="1912"/>
                </a:lnTo>
                <a:lnTo>
                  <a:pt x="1018" y="1962"/>
                </a:lnTo>
                <a:lnTo>
                  <a:pt x="1052" y="2304"/>
                </a:lnTo>
                <a:lnTo>
                  <a:pt x="1277" y="2313"/>
                </a:lnTo>
                <a:lnTo>
                  <a:pt x="1302" y="1954"/>
                </a:lnTo>
                <a:lnTo>
                  <a:pt x="1494" y="1904"/>
                </a:lnTo>
                <a:lnTo>
                  <a:pt x="1720" y="2154"/>
                </a:lnTo>
                <a:lnTo>
                  <a:pt x="1870" y="2062"/>
                </a:lnTo>
                <a:lnTo>
                  <a:pt x="1720" y="1762"/>
                </a:lnTo>
                <a:lnTo>
                  <a:pt x="1820" y="1636"/>
                </a:lnTo>
                <a:lnTo>
                  <a:pt x="2120" y="1778"/>
                </a:lnTo>
                <a:lnTo>
                  <a:pt x="2212" y="1620"/>
                </a:lnTo>
                <a:lnTo>
                  <a:pt x="1937" y="1419"/>
                </a:lnTo>
                <a:lnTo>
                  <a:pt x="1970" y="1244"/>
                </a:lnTo>
                <a:lnTo>
                  <a:pt x="2312" y="1211"/>
                </a:lnTo>
                <a:lnTo>
                  <a:pt x="2304" y="1035"/>
                </a:lnTo>
                <a:lnTo>
                  <a:pt x="1962" y="985"/>
                </a:lnTo>
                <a:lnTo>
                  <a:pt x="1928" y="852"/>
                </a:lnTo>
                <a:lnTo>
                  <a:pt x="2204" y="660"/>
                </a:lnTo>
                <a:lnTo>
                  <a:pt x="2112" y="501"/>
                </a:lnTo>
                <a:lnTo>
                  <a:pt x="1803" y="626"/>
                </a:lnTo>
                <a:lnTo>
                  <a:pt x="1703" y="526"/>
                </a:lnTo>
                <a:lnTo>
                  <a:pt x="1861" y="234"/>
                </a:lnTo>
                <a:lnTo>
                  <a:pt x="1711" y="142"/>
                </a:lnTo>
                <a:lnTo>
                  <a:pt x="1469" y="384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11" name="Freeform 9"/>
          <p:cNvSpPr>
            <a:spLocks/>
          </p:cNvSpPr>
          <p:nvPr/>
        </p:nvSpPr>
        <p:spPr bwMode="hidden">
          <a:xfrm>
            <a:off x="9529233" y="2555876"/>
            <a:ext cx="2677584" cy="3997325"/>
          </a:xfrm>
          <a:custGeom>
            <a:avLst/>
            <a:gdLst/>
            <a:ahLst/>
            <a:cxnLst>
              <a:cxn ang="0">
                <a:pos x="1265" y="0"/>
              </a:cxn>
              <a:cxn ang="0">
                <a:pos x="1128" y="18"/>
              </a:cxn>
              <a:cxn ang="0">
                <a:pos x="1110" y="372"/>
              </a:cxn>
              <a:cxn ang="0">
                <a:pos x="946" y="428"/>
              </a:cxn>
              <a:cxn ang="0">
                <a:pos x="710" y="127"/>
              </a:cxn>
              <a:cxn ang="0">
                <a:pos x="546" y="219"/>
              </a:cxn>
              <a:cxn ang="0">
                <a:pos x="701" y="555"/>
              </a:cxn>
              <a:cxn ang="0">
                <a:pos x="592" y="665"/>
              </a:cxn>
              <a:cxn ang="0">
                <a:pos x="237" y="537"/>
              </a:cxn>
              <a:cxn ang="0">
                <a:pos x="155" y="674"/>
              </a:cxn>
              <a:cxn ang="0">
                <a:pos x="427" y="911"/>
              </a:cxn>
              <a:cxn ang="0">
                <a:pos x="383" y="1093"/>
              </a:cxn>
              <a:cxn ang="0">
                <a:pos x="9" y="1121"/>
              </a:cxn>
              <a:cxn ang="0">
                <a:pos x="0" y="1322"/>
              </a:cxn>
              <a:cxn ang="0">
                <a:pos x="383" y="1376"/>
              </a:cxn>
              <a:cxn ang="0">
                <a:pos x="419" y="1549"/>
              </a:cxn>
              <a:cxn ang="0">
                <a:pos x="136" y="1804"/>
              </a:cxn>
              <a:cxn ang="0">
                <a:pos x="237" y="1959"/>
              </a:cxn>
              <a:cxn ang="0">
                <a:pos x="555" y="1813"/>
              </a:cxn>
              <a:cxn ang="0">
                <a:pos x="674" y="1932"/>
              </a:cxn>
              <a:cxn ang="0">
                <a:pos x="509" y="2232"/>
              </a:cxn>
              <a:cxn ang="0">
                <a:pos x="664" y="2360"/>
              </a:cxn>
              <a:cxn ang="0">
                <a:pos x="946" y="2087"/>
              </a:cxn>
              <a:cxn ang="0">
                <a:pos x="1110" y="2142"/>
              </a:cxn>
              <a:cxn ang="0">
                <a:pos x="1147" y="2515"/>
              </a:cxn>
              <a:cxn ang="0">
                <a:pos x="1265" y="2518"/>
              </a:cxn>
              <a:cxn ang="0">
                <a:pos x="1265" y="0"/>
              </a:cxn>
            </a:cxnLst>
            <a:rect l="0" t="0" r="r" b="b"/>
            <a:pathLst>
              <a:path w="1265" h="2518">
                <a:moveTo>
                  <a:pt x="1265" y="0"/>
                </a:moveTo>
                <a:lnTo>
                  <a:pt x="1128" y="18"/>
                </a:lnTo>
                <a:lnTo>
                  <a:pt x="1110" y="372"/>
                </a:lnTo>
                <a:lnTo>
                  <a:pt x="946" y="428"/>
                </a:lnTo>
                <a:lnTo>
                  <a:pt x="710" y="127"/>
                </a:lnTo>
                <a:lnTo>
                  <a:pt x="546" y="219"/>
                </a:lnTo>
                <a:lnTo>
                  <a:pt x="701" y="555"/>
                </a:lnTo>
                <a:lnTo>
                  <a:pt x="592" y="665"/>
                </a:lnTo>
                <a:lnTo>
                  <a:pt x="237" y="537"/>
                </a:lnTo>
                <a:lnTo>
                  <a:pt x="155" y="674"/>
                </a:lnTo>
                <a:lnTo>
                  <a:pt x="427" y="911"/>
                </a:lnTo>
                <a:lnTo>
                  <a:pt x="383" y="1093"/>
                </a:lnTo>
                <a:lnTo>
                  <a:pt x="9" y="1121"/>
                </a:lnTo>
                <a:lnTo>
                  <a:pt x="0" y="1322"/>
                </a:lnTo>
                <a:lnTo>
                  <a:pt x="383" y="1376"/>
                </a:lnTo>
                <a:lnTo>
                  <a:pt x="419" y="1549"/>
                </a:lnTo>
                <a:lnTo>
                  <a:pt x="136" y="1804"/>
                </a:lnTo>
                <a:lnTo>
                  <a:pt x="237" y="1959"/>
                </a:lnTo>
                <a:lnTo>
                  <a:pt x="555" y="1813"/>
                </a:lnTo>
                <a:lnTo>
                  <a:pt x="674" y="1932"/>
                </a:lnTo>
                <a:lnTo>
                  <a:pt x="509" y="2232"/>
                </a:lnTo>
                <a:lnTo>
                  <a:pt x="664" y="2360"/>
                </a:lnTo>
                <a:lnTo>
                  <a:pt x="946" y="2087"/>
                </a:lnTo>
                <a:lnTo>
                  <a:pt x="1110" y="2142"/>
                </a:lnTo>
                <a:lnTo>
                  <a:pt x="1147" y="2515"/>
                </a:lnTo>
                <a:lnTo>
                  <a:pt x="1265" y="2518"/>
                </a:lnTo>
                <a:lnTo>
                  <a:pt x="1265" y="0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accent2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12" name="Freeform 10"/>
          <p:cNvSpPr>
            <a:spLocks/>
          </p:cNvSpPr>
          <p:nvPr/>
        </p:nvSpPr>
        <p:spPr bwMode="hidden">
          <a:xfrm rot="16200000">
            <a:off x="5590381" y="-1424781"/>
            <a:ext cx="1722438" cy="4572000"/>
          </a:xfrm>
          <a:custGeom>
            <a:avLst/>
            <a:gdLst/>
            <a:ahLst/>
            <a:cxnLst>
              <a:cxn ang="0">
                <a:pos x="1265" y="0"/>
              </a:cxn>
              <a:cxn ang="0">
                <a:pos x="1128" y="18"/>
              </a:cxn>
              <a:cxn ang="0">
                <a:pos x="1110" y="372"/>
              </a:cxn>
              <a:cxn ang="0">
                <a:pos x="946" y="428"/>
              </a:cxn>
              <a:cxn ang="0">
                <a:pos x="710" y="127"/>
              </a:cxn>
              <a:cxn ang="0">
                <a:pos x="546" y="219"/>
              </a:cxn>
              <a:cxn ang="0">
                <a:pos x="701" y="555"/>
              </a:cxn>
              <a:cxn ang="0">
                <a:pos x="592" y="665"/>
              </a:cxn>
              <a:cxn ang="0">
                <a:pos x="237" y="537"/>
              </a:cxn>
              <a:cxn ang="0">
                <a:pos x="155" y="674"/>
              </a:cxn>
              <a:cxn ang="0">
                <a:pos x="427" y="911"/>
              </a:cxn>
              <a:cxn ang="0">
                <a:pos x="383" y="1093"/>
              </a:cxn>
              <a:cxn ang="0">
                <a:pos x="9" y="1121"/>
              </a:cxn>
              <a:cxn ang="0">
                <a:pos x="0" y="1322"/>
              </a:cxn>
              <a:cxn ang="0">
                <a:pos x="383" y="1376"/>
              </a:cxn>
              <a:cxn ang="0">
                <a:pos x="419" y="1549"/>
              </a:cxn>
              <a:cxn ang="0">
                <a:pos x="136" y="1804"/>
              </a:cxn>
              <a:cxn ang="0">
                <a:pos x="237" y="1959"/>
              </a:cxn>
              <a:cxn ang="0">
                <a:pos x="555" y="1813"/>
              </a:cxn>
              <a:cxn ang="0">
                <a:pos x="674" y="1932"/>
              </a:cxn>
              <a:cxn ang="0">
                <a:pos x="509" y="2232"/>
              </a:cxn>
              <a:cxn ang="0">
                <a:pos x="664" y="2360"/>
              </a:cxn>
              <a:cxn ang="0">
                <a:pos x="946" y="2087"/>
              </a:cxn>
              <a:cxn ang="0">
                <a:pos x="1110" y="2142"/>
              </a:cxn>
              <a:cxn ang="0">
                <a:pos x="1147" y="2515"/>
              </a:cxn>
              <a:cxn ang="0">
                <a:pos x="1265" y="2518"/>
              </a:cxn>
              <a:cxn ang="0">
                <a:pos x="1265" y="0"/>
              </a:cxn>
            </a:cxnLst>
            <a:rect l="0" t="0" r="r" b="b"/>
            <a:pathLst>
              <a:path w="1265" h="2518">
                <a:moveTo>
                  <a:pt x="1265" y="0"/>
                </a:moveTo>
                <a:lnTo>
                  <a:pt x="1128" y="18"/>
                </a:lnTo>
                <a:lnTo>
                  <a:pt x="1110" y="372"/>
                </a:lnTo>
                <a:lnTo>
                  <a:pt x="946" y="428"/>
                </a:lnTo>
                <a:lnTo>
                  <a:pt x="710" y="127"/>
                </a:lnTo>
                <a:lnTo>
                  <a:pt x="546" y="219"/>
                </a:lnTo>
                <a:lnTo>
                  <a:pt x="701" y="555"/>
                </a:lnTo>
                <a:lnTo>
                  <a:pt x="592" y="665"/>
                </a:lnTo>
                <a:lnTo>
                  <a:pt x="237" y="537"/>
                </a:lnTo>
                <a:lnTo>
                  <a:pt x="155" y="674"/>
                </a:lnTo>
                <a:lnTo>
                  <a:pt x="427" y="911"/>
                </a:lnTo>
                <a:lnTo>
                  <a:pt x="383" y="1093"/>
                </a:lnTo>
                <a:lnTo>
                  <a:pt x="9" y="1121"/>
                </a:lnTo>
                <a:lnTo>
                  <a:pt x="0" y="1322"/>
                </a:lnTo>
                <a:lnTo>
                  <a:pt x="383" y="1376"/>
                </a:lnTo>
                <a:lnTo>
                  <a:pt x="419" y="1549"/>
                </a:lnTo>
                <a:lnTo>
                  <a:pt x="136" y="1804"/>
                </a:lnTo>
                <a:lnTo>
                  <a:pt x="237" y="1959"/>
                </a:lnTo>
                <a:lnTo>
                  <a:pt x="555" y="1813"/>
                </a:lnTo>
                <a:lnTo>
                  <a:pt x="674" y="1932"/>
                </a:lnTo>
                <a:lnTo>
                  <a:pt x="509" y="2232"/>
                </a:lnTo>
                <a:lnTo>
                  <a:pt x="664" y="2360"/>
                </a:lnTo>
                <a:lnTo>
                  <a:pt x="946" y="2087"/>
                </a:lnTo>
                <a:lnTo>
                  <a:pt x="1110" y="2142"/>
                </a:lnTo>
                <a:lnTo>
                  <a:pt x="1147" y="2515"/>
                </a:lnTo>
                <a:lnTo>
                  <a:pt x="1265" y="2518"/>
                </a:lnTo>
                <a:lnTo>
                  <a:pt x="1265" y="0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accent2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pic>
        <p:nvPicPr>
          <p:cNvPr id="13" name="Picture 11" descr="Facbann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invGray">
          <a:xfrm>
            <a:off x="4234" y="-3175"/>
            <a:ext cx="107103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8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524000" y="22860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18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2844800" y="4114800"/>
            <a:ext cx="85344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15240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47752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3472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39A46D83-0A0C-4CE4-A153-ED8329A5BDFE}" type="slidenum">
              <a:rPr lang="en-US">
                <a:solidFill>
                  <a:srgbClr val="EBD189"/>
                </a:solidFill>
              </a:rPr>
              <a:pPr/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6660563"/>
      </p:ext>
    </p:extLst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6" name="Rectangle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C27FD9-639D-4D3C-8AC5-64DA914ADCB5}" type="slidenum">
              <a:rPr lang="en-US">
                <a:solidFill>
                  <a:srgbClr val="EBD189"/>
                </a:solidFill>
              </a:rPr>
              <a:pPr/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156855"/>
      </p:ext>
    </p:extLst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6" name="Rectangle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524417-F499-43D1-86EC-701BEACD43FC}" type="slidenum">
              <a:rPr lang="en-US">
                <a:solidFill>
                  <a:srgbClr val="EBD189"/>
                </a:solidFill>
              </a:rPr>
              <a:pPr/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9467753"/>
      </p:ext>
    </p:extLst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22400" y="16764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05600" y="16764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7" name="Rectangle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5174FE-F82F-4A0D-9E6C-0B3500A2A88C}" type="slidenum">
              <a:rPr lang="en-US">
                <a:solidFill>
                  <a:srgbClr val="EBD189"/>
                </a:solidFill>
              </a:rPr>
              <a:pPr/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9609495"/>
      </p:ext>
    </p:extLst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8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9" name="Rectangle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F01927-A634-4F04-AA1F-5EC23F741798}" type="slidenum">
              <a:rPr lang="en-US">
                <a:solidFill>
                  <a:srgbClr val="EBD189"/>
                </a:solidFill>
              </a:rPr>
              <a:pPr/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6761176"/>
      </p:ext>
    </p:extLst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B29971-A831-44BA-BB0C-B06287A2EE73}" type="slidenum">
              <a:rPr lang="en-US">
                <a:solidFill>
                  <a:srgbClr val="EBD189"/>
                </a:solidFill>
              </a:rPr>
              <a:pPr/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8573533"/>
      </p:ext>
    </p:extLst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3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4" name="Rectangle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8BD5190-99D8-4C03-B87C-8A30CA0441D3}" type="slidenum">
              <a:rPr lang="en-US">
                <a:solidFill>
                  <a:srgbClr val="EBD189"/>
                </a:solidFill>
              </a:rPr>
              <a:pPr/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3586139"/>
      </p:ext>
    </p:extLst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7" name="Rectangle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19F20A-ADA5-4E08-8746-85CEA3C402D7}" type="slidenum">
              <a:rPr lang="en-US">
                <a:solidFill>
                  <a:srgbClr val="EBD189"/>
                </a:solidFill>
              </a:rPr>
              <a:pPr/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1682342"/>
      </p:ext>
    </p:extLst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7" name="Rectangle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CC8C5B-C336-4774-A7EF-7E9135BED458}" type="slidenum">
              <a:rPr lang="en-US">
                <a:solidFill>
                  <a:srgbClr val="EBD189"/>
                </a:solidFill>
              </a:rPr>
              <a:pPr/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1389560"/>
      </p:ext>
    </p:extLst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6" name="Rectangle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F9A592-7344-4CDA-9C9A-94717856D23D}" type="slidenum">
              <a:rPr lang="en-US">
                <a:solidFill>
                  <a:srgbClr val="EBD189"/>
                </a:solidFill>
              </a:rPr>
              <a:pPr/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1878738"/>
      </p:ext>
    </p:extLst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94800" y="304800"/>
            <a:ext cx="25908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22400" y="304800"/>
            <a:ext cx="75692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6" name="Rectangle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B76F78-F89F-458D-A617-A46458A3F717}" type="slidenum">
              <a:rPr lang="en-US">
                <a:solidFill>
                  <a:srgbClr val="EBD189"/>
                </a:solidFill>
              </a:rPr>
              <a:pPr/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7017960"/>
      </p:ext>
    </p:extLst>
  </p:cSld>
  <p:clrMapOvr>
    <a:masterClrMapping/>
  </p:clrMapOvr>
  <p:transition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2400" y="304800"/>
            <a:ext cx="103632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2400" y="1676400"/>
            <a:ext cx="508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05600" y="1676400"/>
            <a:ext cx="508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7" name="Rectangle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705F17-F5CD-49C2-8957-A83346E7994E}" type="slidenum">
              <a:rPr lang="en-US">
                <a:solidFill>
                  <a:srgbClr val="EBD189"/>
                </a:solidFill>
              </a:rPr>
              <a:pPr/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802720"/>
      </p:ext>
    </p:extLst>
  </p:cSld>
  <p:clrMapOvr>
    <a:masterClrMapping/>
  </p:clrMapOvr>
  <p:transition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 and 2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2400" y="304800"/>
            <a:ext cx="103632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422400" y="1676400"/>
            <a:ext cx="508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705600" y="1676400"/>
            <a:ext cx="508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1422400" y="3810000"/>
            <a:ext cx="103632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7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8" name="Rectangle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699B6F6-6866-4D8E-8DE9-09CBC2831CD1}" type="slidenum">
              <a:rPr lang="en-US">
                <a:solidFill>
                  <a:srgbClr val="EBD189"/>
                </a:solidFill>
              </a:rPr>
              <a:pPr/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1282502"/>
      </p:ext>
    </p:extLst>
  </p:cSld>
  <p:clrMapOvr>
    <a:masterClrMapping/>
  </p:clrMapOvr>
  <p:transition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2400" y="304800"/>
            <a:ext cx="103632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422400" y="1676400"/>
            <a:ext cx="10363200" cy="41148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6" name="Rectangle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B62E98-C115-4A21-A568-70461B232501}" type="slidenum">
              <a:rPr lang="en-US">
                <a:solidFill>
                  <a:srgbClr val="EBD189"/>
                </a:solidFill>
              </a:rPr>
              <a:pPr/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2580101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reeform 2"/>
          <p:cNvSpPr>
            <a:spLocks/>
          </p:cNvSpPr>
          <p:nvPr/>
        </p:nvSpPr>
        <p:spPr bwMode="hidden">
          <a:xfrm>
            <a:off x="-14817" y="1836738"/>
            <a:ext cx="3024717" cy="2709862"/>
          </a:xfrm>
          <a:custGeom>
            <a:avLst/>
            <a:gdLst/>
            <a:ahLst/>
            <a:cxnLst>
              <a:cxn ang="0">
                <a:pos x="808" y="283"/>
              </a:cxn>
              <a:cxn ang="0">
                <a:pos x="673" y="252"/>
              </a:cxn>
              <a:cxn ang="0">
                <a:pos x="654" y="0"/>
              </a:cxn>
              <a:cxn ang="0">
                <a:pos x="488" y="13"/>
              </a:cxn>
              <a:cxn ang="0">
                <a:pos x="476" y="252"/>
              </a:cxn>
              <a:cxn ang="0">
                <a:pos x="365" y="290"/>
              </a:cxn>
              <a:cxn ang="0">
                <a:pos x="206" y="86"/>
              </a:cxn>
              <a:cxn ang="0">
                <a:pos x="95" y="148"/>
              </a:cxn>
              <a:cxn ang="0">
                <a:pos x="200" y="376"/>
              </a:cxn>
              <a:cxn ang="0">
                <a:pos x="126" y="450"/>
              </a:cxn>
              <a:cxn ang="0">
                <a:pos x="0" y="423"/>
              </a:cxn>
              <a:cxn ang="0">
                <a:pos x="0" y="1273"/>
              </a:cxn>
              <a:cxn ang="0">
                <a:pos x="101" y="1226"/>
              </a:cxn>
              <a:cxn ang="0">
                <a:pos x="181" y="1306"/>
              </a:cxn>
              <a:cxn ang="0">
                <a:pos x="70" y="1509"/>
              </a:cxn>
              <a:cxn ang="0">
                <a:pos x="175" y="1596"/>
              </a:cxn>
              <a:cxn ang="0">
                <a:pos x="365" y="1411"/>
              </a:cxn>
              <a:cxn ang="0">
                <a:pos x="476" y="1448"/>
              </a:cxn>
              <a:cxn ang="0">
                <a:pos x="501" y="1700"/>
              </a:cxn>
              <a:cxn ang="0">
                <a:pos x="667" y="1707"/>
              </a:cxn>
              <a:cxn ang="0">
                <a:pos x="685" y="1442"/>
              </a:cxn>
              <a:cxn ang="0">
                <a:pos x="826" y="1405"/>
              </a:cxn>
              <a:cxn ang="0">
                <a:pos x="993" y="1590"/>
              </a:cxn>
              <a:cxn ang="0">
                <a:pos x="1103" y="1522"/>
              </a:cxn>
              <a:cxn ang="0">
                <a:pos x="993" y="1300"/>
              </a:cxn>
              <a:cxn ang="0">
                <a:pos x="1067" y="1207"/>
              </a:cxn>
              <a:cxn ang="0">
                <a:pos x="1288" y="1312"/>
              </a:cxn>
              <a:cxn ang="0">
                <a:pos x="1355" y="1196"/>
              </a:cxn>
              <a:cxn ang="0">
                <a:pos x="1153" y="1047"/>
              </a:cxn>
              <a:cxn ang="0">
                <a:pos x="1177" y="918"/>
              </a:cxn>
              <a:cxn ang="0">
                <a:pos x="1429" y="894"/>
              </a:cxn>
              <a:cxn ang="0">
                <a:pos x="1423" y="764"/>
              </a:cxn>
              <a:cxn ang="0">
                <a:pos x="1171" y="727"/>
              </a:cxn>
              <a:cxn ang="0">
                <a:pos x="1146" y="629"/>
              </a:cxn>
              <a:cxn ang="0">
                <a:pos x="1349" y="487"/>
              </a:cxn>
              <a:cxn ang="0">
                <a:pos x="1282" y="370"/>
              </a:cxn>
              <a:cxn ang="0">
                <a:pos x="1054" y="462"/>
              </a:cxn>
              <a:cxn ang="0">
                <a:pos x="980" y="388"/>
              </a:cxn>
              <a:cxn ang="0">
                <a:pos x="1097" y="173"/>
              </a:cxn>
              <a:cxn ang="0">
                <a:pos x="986" y="105"/>
              </a:cxn>
              <a:cxn ang="0">
                <a:pos x="808" y="283"/>
              </a:cxn>
            </a:cxnLst>
            <a:rect l="0" t="0" r="r" b="b"/>
            <a:pathLst>
              <a:path w="1429" h="1707">
                <a:moveTo>
                  <a:pt x="808" y="283"/>
                </a:moveTo>
                <a:lnTo>
                  <a:pt x="673" y="252"/>
                </a:lnTo>
                <a:lnTo>
                  <a:pt x="654" y="0"/>
                </a:lnTo>
                <a:lnTo>
                  <a:pt x="488" y="13"/>
                </a:lnTo>
                <a:lnTo>
                  <a:pt x="476" y="252"/>
                </a:lnTo>
                <a:lnTo>
                  <a:pt x="365" y="290"/>
                </a:lnTo>
                <a:lnTo>
                  <a:pt x="206" y="86"/>
                </a:lnTo>
                <a:lnTo>
                  <a:pt x="95" y="148"/>
                </a:lnTo>
                <a:lnTo>
                  <a:pt x="200" y="376"/>
                </a:lnTo>
                <a:lnTo>
                  <a:pt x="126" y="450"/>
                </a:lnTo>
                <a:lnTo>
                  <a:pt x="0" y="423"/>
                </a:lnTo>
                <a:lnTo>
                  <a:pt x="0" y="1273"/>
                </a:lnTo>
                <a:lnTo>
                  <a:pt x="101" y="1226"/>
                </a:lnTo>
                <a:lnTo>
                  <a:pt x="181" y="1306"/>
                </a:lnTo>
                <a:lnTo>
                  <a:pt x="70" y="1509"/>
                </a:lnTo>
                <a:lnTo>
                  <a:pt x="175" y="1596"/>
                </a:lnTo>
                <a:lnTo>
                  <a:pt x="365" y="1411"/>
                </a:lnTo>
                <a:lnTo>
                  <a:pt x="476" y="1448"/>
                </a:lnTo>
                <a:lnTo>
                  <a:pt x="501" y="1700"/>
                </a:lnTo>
                <a:lnTo>
                  <a:pt x="667" y="1707"/>
                </a:lnTo>
                <a:lnTo>
                  <a:pt x="685" y="1442"/>
                </a:lnTo>
                <a:lnTo>
                  <a:pt x="826" y="1405"/>
                </a:lnTo>
                <a:lnTo>
                  <a:pt x="993" y="1590"/>
                </a:lnTo>
                <a:lnTo>
                  <a:pt x="1103" y="1522"/>
                </a:lnTo>
                <a:lnTo>
                  <a:pt x="993" y="1300"/>
                </a:lnTo>
                <a:lnTo>
                  <a:pt x="1067" y="1207"/>
                </a:lnTo>
                <a:lnTo>
                  <a:pt x="1288" y="1312"/>
                </a:lnTo>
                <a:lnTo>
                  <a:pt x="1355" y="1196"/>
                </a:lnTo>
                <a:lnTo>
                  <a:pt x="1153" y="1047"/>
                </a:lnTo>
                <a:lnTo>
                  <a:pt x="1177" y="918"/>
                </a:lnTo>
                <a:lnTo>
                  <a:pt x="1429" y="894"/>
                </a:lnTo>
                <a:lnTo>
                  <a:pt x="1423" y="764"/>
                </a:lnTo>
                <a:lnTo>
                  <a:pt x="1171" y="727"/>
                </a:lnTo>
                <a:lnTo>
                  <a:pt x="1146" y="629"/>
                </a:lnTo>
                <a:lnTo>
                  <a:pt x="1349" y="487"/>
                </a:lnTo>
                <a:lnTo>
                  <a:pt x="1282" y="370"/>
                </a:lnTo>
                <a:lnTo>
                  <a:pt x="1054" y="462"/>
                </a:lnTo>
                <a:lnTo>
                  <a:pt x="980" y="388"/>
                </a:lnTo>
                <a:lnTo>
                  <a:pt x="1097" y="173"/>
                </a:lnTo>
                <a:lnTo>
                  <a:pt x="986" y="105"/>
                </a:lnTo>
                <a:lnTo>
                  <a:pt x="808" y="283"/>
                </a:lnTo>
                <a:close/>
              </a:path>
            </a:pathLst>
          </a:cu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6147" name="Freeform 3"/>
          <p:cNvSpPr>
            <a:spLocks/>
          </p:cNvSpPr>
          <p:nvPr/>
        </p:nvSpPr>
        <p:spPr bwMode="hidden">
          <a:xfrm>
            <a:off x="143933" y="15875"/>
            <a:ext cx="1117600" cy="787400"/>
          </a:xfrm>
          <a:custGeom>
            <a:avLst/>
            <a:gdLst/>
            <a:ahLst/>
            <a:cxnLst>
              <a:cxn ang="0">
                <a:pos x="335" y="56"/>
              </a:cxn>
              <a:cxn ang="0">
                <a:pos x="293" y="46"/>
              </a:cxn>
              <a:cxn ang="0">
                <a:pos x="288" y="0"/>
              </a:cxn>
              <a:cxn ang="0">
                <a:pos x="238" y="0"/>
              </a:cxn>
              <a:cxn ang="0">
                <a:pos x="232" y="46"/>
              </a:cxn>
              <a:cxn ang="0">
                <a:pos x="198" y="58"/>
              </a:cxn>
              <a:cxn ang="0">
                <a:pos x="146" y="0"/>
              </a:cxn>
              <a:cxn ang="0">
                <a:pos x="114" y="14"/>
              </a:cxn>
              <a:cxn ang="0">
                <a:pos x="147" y="84"/>
              </a:cxn>
              <a:cxn ang="0">
                <a:pos x="124" y="107"/>
              </a:cxn>
              <a:cxn ang="0">
                <a:pos x="50" y="81"/>
              </a:cxn>
              <a:cxn ang="0">
                <a:pos x="32" y="109"/>
              </a:cxn>
              <a:cxn ang="0">
                <a:pos x="90" y="159"/>
              </a:cxn>
              <a:cxn ang="0">
                <a:pos x="80" y="197"/>
              </a:cxn>
              <a:cxn ang="0">
                <a:pos x="2" y="202"/>
              </a:cxn>
              <a:cxn ang="0">
                <a:pos x="0" y="244"/>
              </a:cxn>
              <a:cxn ang="0">
                <a:pos x="80" y="256"/>
              </a:cxn>
              <a:cxn ang="0">
                <a:pos x="88" y="292"/>
              </a:cxn>
              <a:cxn ang="0">
                <a:pos x="29" y="345"/>
              </a:cxn>
              <a:cxn ang="0">
                <a:pos x="50" y="378"/>
              </a:cxn>
              <a:cxn ang="0">
                <a:pos x="116" y="347"/>
              </a:cxn>
              <a:cxn ang="0">
                <a:pos x="141" y="372"/>
              </a:cxn>
              <a:cxn ang="0">
                <a:pos x="107" y="435"/>
              </a:cxn>
              <a:cxn ang="0">
                <a:pos x="139" y="462"/>
              </a:cxn>
              <a:cxn ang="0">
                <a:pos x="198" y="404"/>
              </a:cxn>
              <a:cxn ang="0">
                <a:pos x="232" y="416"/>
              </a:cxn>
              <a:cxn ang="0">
                <a:pos x="240" y="494"/>
              </a:cxn>
              <a:cxn ang="0">
                <a:pos x="292" y="496"/>
              </a:cxn>
              <a:cxn ang="0">
                <a:pos x="297" y="414"/>
              </a:cxn>
              <a:cxn ang="0">
                <a:pos x="341" y="403"/>
              </a:cxn>
              <a:cxn ang="0">
                <a:pos x="393" y="460"/>
              </a:cxn>
              <a:cxn ang="0">
                <a:pos x="427" y="439"/>
              </a:cxn>
              <a:cxn ang="0">
                <a:pos x="393" y="370"/>
              </a:cxn>
              <a:cxn ang="0">
                <a:pos x="416" y="341"/>
              </a:cxn>
              <a:cxn ang="0">
                <a:pos x="484" y="374"/>
              </a:cxn>
              <a:cxn ang="0">
                <a:pos x="505" y="338"/>
              </a:cxn>
              <a:cxn ang="0">
                <a:pos x="442" y="292"/>
              </a:cxn>
              <a:cxn ang="0">
                <a:pos x="450" y="252"/>
              </a:cxn>
              <a:cxn ang="0">
                <a:pos x="528" y="244"/>
              </a:cxn>
              <a:cxn ang="0">
                <a:pos x="526" y="204"/>
              </a:cxn>
              <a:cxn ang="0">
                <a:pos x="448" y="193"/>
              </a:cxn>
              <a:cxn ang="0">
                <a:pos x="440" y="162"/>
              </a:cxn>
              <a:cxn ang="0">
                <a:pos x="503" y="119"/>
              </a:cxn>
              <a:cxn ang="0">
                <a:pos x="482" y="82"/>
              </a:cxn>
              <a:cxn ang="0">
                <a:pos x="412" y="111"/>
              </a:cxn>
              <a:cxn ang="0">
                <a:pos x="389" y="88"/>
              </a:cxn>
              <a:cxn ang="0">
                <a:pos x="425" y="21"/>
              </a:cxn>
              <a:cxn ang="0">
                <a:pos x="391" y="0"/>
              </a:cxn>
              <a:cxn ang="0">
                <a:pos x="335" y="56"/>
              </a:cxn>
            </a:cxnLst>
            <a:rect l="0" t="0" r="r" b="b"/>
            <a:pathLst>
              <a:path w="528" h="496">
                <a:moveTo>
                  <a:pt x="335" y="56"/>
                </a:moveTo>
                <a:lnTo>
                  <a:pt x="293" y="46"/>
                </a:lnTo>
                <a:lnTo>
                  <a:pt x="288" y="0"/>
                </a:lnTo>
                <a:lnTo>
                  <a:pt x="238" y="0"/>
                </a:lnTo>
                <a:lnTo>
                  <a:pt x="232" y="46"/>
                </a:lnTo>
                <a:lnTo>
                  <a:pt x="198" y="58"/>
                </a:lnTo>
                <a:lnTo>
                  <a:pt x="146" y="0"/>
                </a:lnTo>
                <a:lnTo>
                  <a:pt x="114" y="14"/>
                </a:lnTo>
                <a:lnTo>
                  <a:pt x="147" y="84"/>
                </a:lnTo>
                <a:lnTo>
                  <a:pt x="124" y="107"/>
                </a:lnTo>
                <a:lnTo>
                  <a:pt x="50" y="81"/>
                </a:lnTo>
                <a:lnTo>
                  <a:pt x="32" y="109"/>
                </a:lnTo>
                <a:lnTo>
                  <a:pt x="90" y="159"/>
                </a:lnTo>
                <a:lnTo>
                  <a:pt x="80" y="197"/>
                </a:lnTo>
                <a:lnTo>
                  <a:pt x="2" y="202"/>
                </a:lnTo>
                <a:lnTo>
                  <a:pt x="0" y="244"/>
                </a:lnTo>
                <a:lnTo>
                  <a:pt x="80" y="256"/>
                </a:lnTo>
                <a:lnTo>
                  <a:pt x="88" y="292"/>
                </a:lnTo>
                <a:lnTo>
                  <a:pt x="29" y="345"/>
                </a:lnTo>
                <a:lnTo>
                  <a:pt x="50" y="378"/>
                </a:lnTo>
                <a:lnTo>
                  <a:pt x="116" y="347"/>
                </a:lnTo>
                <a:lnTo>
                  <a:pt x="141" y="372"/>
                </a:lnTo>
                <a:lnTo>
                  <a:pt x="107" y="435"/>
                </a:lnTo>
                <a:lnTo>
                  <a:pt x="139" y="462"/>
                </a:lnTo>
                <a:lnTo>
                  <a:pt x="198" y="404"/>
                </a:lnTo>
                <a:lnTo>
                  <a:pt x="232" y="416"/>
                </a:lnTo>
                <a:lnTo>
                  <a:pt x="240" y="494"/>
                </a:lnTo>
                <a:lnTo>
                  <a:pt x="292" y="496"/>
                </a:lnTo>
                <a:lnTo>
                  <a:pt x="297" y="414"/>
                </a:lnTo>
                <a:lnTo>
                  <a:pt x="341" y="403"/>
                </a:lnTo>
                <a:lnTo>
                  <a:pt x="393" y="460"/>
                </a:lnTo>
                <a:lnTo>
                  <a:pt x="427" y="439"/>
                </a:lnTo>
                <a:lnTo>
                  <a:pt x="393" y="370"/>
                </a:lnTo>
                <a:lnTo>
                  <a:pt x="416" y="341"/>
                </a:lnTo>
                <a:lnTo>
                  <a:pt x="484" y="374"/>
                </a:lnTo>
                <a:lnTo>
                  <a:pt x="505" y="338"/>
                </a:lnTo>
                <a:lnTo>
                  <a:pt x="442" y="292"/>
                </a:lnTo>
                <a:lnTo>
                  <a:pt x="450" y="252"/>
                </a:lnTo>
                <a:lnTo>
                  <a:pt x="528" y="244"/>
                </a:lnTo>
                <a:lnTo>
                  <a:pt x="526" y="204"/>
                </a:lnTo>
                <a:lnTo>
                  <a:pt x="448" y="193"/>
                </a:lnTo>
                <a:lnTo>
                  <a:pt x="440" y="162"/>
                </a:lnTo>
                <a:lnTo>
                  <a:pt x="503" y="119"/>
                </a:lnTo>
                <a:lnTo>
                  <a:pt x="482" y="82"/>
                </a:lnTo>
                <a:lnTo>
                  <a:pt x="412" y="111"/>
                </a:lnTo>
                <a:lnTo>
                  <a:pt x="389" y="88"/>
                </a:lnTo>
                <a:lnTo>
                  <a:pt x="425" y="21"/>
                </a:lnTo>
                <a:lnTo>
                  <a:pt x="391" y="0"/>
                </a:lnTo>
                <a:lnTo>
                  <a:pt x="335" y="56"/>
                </a:lnTo>
                <a:close/>
              </a:path>
            </a:pathLst>
          </a:custGeom>
          <a:gradFill rotWithShape="0">
            <a:gsLst>
              <a:gs pos="0">
                <a:schemeClr val="accent1"/>
              </a:gs>
              <a:gs pos="100000">
                <a:schemeClr val="bg1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6148" name="Freeform 4"/>
          <p:cNvSpPr>
            <a:spLocks/>
          </p:cNvSpPr>
          <p:nvPr/>
        </p:nvSpPr>
        <p:spPr bwMode="hidden">
          <a:xfrm>
            <a:off x="1589617" y="354014"/>
            <a:ext cx="3022600" cy="2270125"/>
          </a:xfrm>
          <a:custGeom>
            <a:avLst/>
            <a:gdLst/>
            <a:ahLst/>
            <a:cxnLst>
              <a:cxn ang="0">
                <a:pos x="1469" y="384"/>
              </a:cxn>
              <a:cxn ang="0">
                <a:pos x="1285" y="342"/>
              </a:cxn>
              <a:cxn ang="0">
                <a:pos x="1260" y="0"/>
              </a:cxn>
              <a:cxn ang="0">
                <a:pos x="1035" y="17"/>
              </a:cxn>
              <a:cxn ang="0">
                <a:pos x="1018" y="342"/>
              </a:cxn>
              <a:cxn ang="0">
                <a:pos x="868" y="393"/>
              </a:cxn>
              <a:cxn ang="0">
                <a:pos x="651" y="117"/>
              </a:cxn>
              <a:cxn ang="0">
                <a:pos x="501" y="201"/>
              </a:cxn>
              <a:cxn ang="0">
                <a:pos x="643" y="509"/>
              </a:cxn>
              <a:cxn ang="0">
                <a:pos x="543" y="610"/>
              </a:cxn>
              <a:cxn ang="0">
                <a:pos x="217" y="493"/>
              </a:cxn>
              <a:cxn ang="0">
                <a:pos x="142" y="618"/>
              </a:cxn>
              <a:cxn ang="0">
                <a:pos x="392" y="835"/>
              </a:cxn>
              <a:cxn ang="0">
                <a:pos x="351" y="1002"/>
              </a:cxn>
              <a:cxn ang="0">
                <a:pos x="8" y="1027"/>
              </a:cxn>
              <a:cxn ang="0">
                <a:pos x="0" y="1211"/>
              </a:cxn>
              <a:cxn ang="0">
                <a:pos x="351" y="1261"/>
              </a:cxn>
              <a:cxn ang="0">
                <a:pos x="384" y="1419"/>
              </a:cxn>
              <a:cxn ang="0">
                <a:pos x="125" y="1653"/>
              </a:cxn>
              <a:cxn ang="0">
                <a:pos x="217" y="1795"/>
              </a:cxn>
              <a:cxn ang="0">
                <a:pos x="509" y="1661"/>
              </a:cxn>
              <a:cxn ang="0">
                <a:pos x="618" y="1770"/>
              </a:cxn>
              <a:cxn ang="0">
                <a:pos x="467" y="2045"/>
              </a:cxn>
              <a:cxn ang="0">
                <a:pos x="609" y="2162"/>
              </a:cxn>
              <a:cxn ang="0">
                <a:pos x="868" y="1912"/>
              </a:cxn>
              <a:cxn ang="0">
                <a:pos x="1018" y="1962"/>
              </a:cxn>
              <a:cxn ang="0">
                <a:pos x="1052" y="2304"/>
              </a:cxn>
              <a:cxn ang="0">
                <a:pos x="1277" y="2313"/>
              </a:cxn>
              <a:cxn ang="0">
                <a:pos x="1302" y="1954"/>
              </a:cxn>
              <a:cxn ang="0">
                <a:pos x="1494" y="1904"/>
              </a:cxn>
              <a:cxn ang="0">
                <a:pos x="1720" y="2154"/>
              </a:cxn>
              <a:cxn ang="0">
                <a:pos x="1870" y="2062"/>
              </a:cxn>
              <a:cxn ang="0">
                <a:pos x="1720" y="1762"/>
              </a:cxn>
              <a:cxn ang="0">
                <a:pos x="1820" y="1636"/>
              </a:cxn>
              <a:cxn ang="0">
                <a:pos x="2120" y="1778"/>
              </a:cxn>
              <a:cxn ang="0">
                <a:pos x="2212" y="1620"/>
              </a:cxn>
              <a:cxn ang="0">
                <a:pos x="1937" y="1419"/>
              </a:cxn>
              <a:cxn ang="0">
                <a:pos x="1970" y="1244"/>
              </a:cxn>
              <a:cxn ang="0">
                <a:pos x="2312" y="1211"/>
              </a:cxn>
              <a:cxn ang="0">
                <a:pos x="2304" y="1035"/>
              </a:cxn>
              <a:cxn ang="0">
                <a:pos x="1962" y="985"/>
              </a:cxn>
              <a:cxn ang="0">
                <a:pos x="1928" y="852"/>
              </a:cxn>
              <a:cxn ang="0">
                <a:pos x="2204" y="660"/>
              </a:cxn>
              <a:cxn ang="0">
                <a:pos x="2112" y="501"/>
              </a:cxn>
              <a:cxn ang="0">
                <a:pos x="1803" y="626"/>
              </a:cxn>
              <a:cxn ang="0">
                <a:pos x="1703" y="526"/>
              </a:cxn>
              <a:cxn ang="0">
                <a:pos x="1861" y="234"/>
              </a:cxn>
              <a:cxn ang="0">
                <a:pos x="1711" y="142"/>
              </a:cxn>
              <a:cxn ang="0">
                <a:pos x="1469" y="384"/>
              </a:cxn>
            </a:cxnLst>
            <a:rect l="0" t="0" r="r" b="b"/>
            <a:pathLst>
              <a:path w="2312" h="2313">
                <a:moveTo>
                  <a:pt x="1469" y="384"/>
                </a:moveTo>
                <a:lnTo>
                  <a:pt x="1285" y="342"/>
                </a:lnTo>
                <a:lnTo>
                  <a:pt x="1260" y="0"/>
                </a:lnTo>
                <a:lnTo>
                  <a:pt x="1035" y="17"/>
                </a:lnTo>
                <a:lnTo>
                  <a:pt x="1018" y="342"/>
                </a:lnTo>
                <a:lnTo>
                  <a:pt x="868" y="393"/>
                </a:lnTo>
                <a:lnTo>
                  <a:pt x="651" y="117"/>
                </a:lnTo>
                <a:lnTo>
                  <a:pt x="501" y="201"/>
                </a:lnTo>
                <a:lnTo>
                  <a:pt x="643" y="509"/>
                </a:lnTo>
                <a:lnTo>
                  <a:pt x="543" y="610"/>
                </a:lnTo>
                <a:lnTo>
                  <a:pt x="217" y="493"/>
                </a:lnTo>
                <a:lnTo>
                  <a:pt x="142" y="618"/>
                </a:lnTo>
                <a:lnTo>
                  <a:pt x="392" y="835"/>
                </a:lnTo>
                <a:lnTo>
                  <a:pt x="351" y="1002"/>
                </a:lnTo>
                <a:lnTo>
                  <a:pt x="8" y="1027"/>
                </a:lnTo>
                <a:lnTo>
                  <a:pt x="0" y="1211"/>
                </a:lnTo>
                <a:lnTo>
                  <a:pt x="351" y="1261"/>
                </a:lnTo>
                <a:lnTo>
                  <a:pt x="384" y="1419"/>
                </a:lnTo>
                <a:lnTo>
                  <a:pt x="125" y="1653"/>
                </a:lnTo>
                <a:lnTo>
                  <a:pt x="217" y="1795"/>
                </a:lnTo>
                <a:lnTo>
                  <a:pt x="509" y="1661"/>
                </a:lnTo>
                <a:lnTo>
                  <a:pt x="618" y="1770"/>
                </a:lnTo>
                <a:lnTo>
                  <a:pt x="467" y="2045"/>
                </a:lnTo>
                <a:lnTo>
                  <a:pt x="609" y="2162"/>
                </a:lnTo>
                <a:lnTo>
                  <a:pt x="868" y="1912"/>
                </a:lnTo>
                <a:lnTo>
                  <a:pt x="1018" y="1962"/>
                </a:lnTo>
                <a:lnTo>
                  <a:pt x="1052" y="2304"/>
                </a:lnTo>
                <a:lnTo>
                  <a:pt x="1277" y="2313"/>
                </a:lnTo>
                <a:lnTo>
                  <a:pt x="1302" y="1954"/>
                </a:lnTo>
                <a:lnTo>
                  <a:pt x="1494" y="1904"/>
                </a:lnTo>
                <a:lnTo>
                  <a:pt x="1720" y="2154"/>
                </a:lnTo>
                <a:lnTo>
                  <a:pt x="1870" y="2062"/>
                </a:lnTo>
                <a:lnTo>
                  <a:pt x="1720" y="1762"/>
                </a:lnTo>
                <a:lnTo>
                  <a:pt x="1820" y="1636"/>
                </a:lnTo>
                <a:lnTo>
                  <a:pt x="2120" y="1778"/>
                </a:lnTo>
                <a:lnTo>
                  <a:pt x="2212" y="1620"/>
                </a:lnTo>
                <a:lnTo>
                  <a:pt x="1937" y="1419"/>
                </a:lnTo>
                <a:lnTo>
                  <a:pt x="1970" y="1244"/>
                </a:lnTo>
                <a:lnTo>
                  <a:pt x="2312" y="1211"/>
                </a:lnTo>
                <a:lnTo>
                  <a:pt x="2304" y="1035"/>
                </a:lnTo>
                <a:lnTo>
                  <a:pt x="1962" y="985"/>
                </a:lnTo>
                <a:lnTo>
                  <a:pt x="1928" y="852"/>
                </a:lnTo>
                <a:lnTo>
                  <a:pt x="2204" y="660"/>
                </a:lnTo>
                <a:lnTo>
                  <a:pt x="2112" y="501"/>
                </a:lnTo>
                <a:lnTo>
                  <a:pt x="1803" y="626"/>
                </a:lnTo>
                <a:lnTo>
                  <a:pt x="1703" y="526"/>
                </a:lnTo>
                <a:lnTo>
                  <a:pt x="1861" y="234"/>
                </a:lnTo>
                <a:lnTo>
                  <a:pt x="1711" y="142"/>
                </a:lnTo>
                <a:lnTo>
                  <a:pt x="1469" y="384"/>
                </a:lnTo>
                <a:close/>
              </a:path>
            </a:pathLst>
          </a:cu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6149" name="Freeform 5"/>
          <p:cNvSpPr>
            <a:spLocks/>
          </p:cNvSpPr>
          <p:nvPr/>
        </p:nvSpPr>
        <p:spPr bwMode="hidden">
          <a:xfrm>
            <a:off x="3376084" y="1270000"/>
            <a:ext cx="4893733" cy="3671888"/>
          </a:xfrm>
          <a:custGeom>
            <a:avLst/>
            <a:gdLst/>
            <a:ahLst/>
            <a:cxnLst>
              <a:cxn ang="0">
                <a:pos x="1469" y="384"/>
              </a:cxn>
              <a:cxn ang="0">
                <a:pos x="1285" y="342"/>
              </a:cxn>
              <a:cxn ang="0">
                <a:pos x="1260" y="0"/>
              </a:cxn>
              <a:cxn ang="0">
                <a:pos x="1035" y="17"/>
              </a:cxn>
              <a:cxn ang="0">
                <a:pos x="1018" y="342"/>
              </a:cxn>
              <a:cxn ang="0">
                <a:pos x="868" y="393"/>
              </a:cxn>
              <a:cxn ang="0">
                <a:pos x="651" y="117"/>
              </a:cxn>
              <a:cxn ang="0">
                <a:pos x="501" y="201"/>
              </a:cxn>
              <a:cxn ang="0">
                <a:pos x="643" y="509"/>
              </a:cxn>
              <a:cxn ang="0">
                <a:pos x="543" y="610"/>
              </a:cxn>
              <a:cxn ang="0">
                <a:pos x="217" y="493"/>
              </a:cxn>
              <a:cxn ang="0">
                <a:pos x="142" y="618"/>
              </a:cxn>
              <a:cxn ang="0">
                <a:pos x="392" y="835"/>
              </a:cxn>
              <a:cxn ang="0">
                <a:pos x="351" y="1002"/>
              </a:cxn>
              <a:cxn ang="0">
                <a:pos x="8" y="1027"/>
              </a:cxn>
              <a:cxn ang="0">
                <a:pos x="0" y="1211"/>
              </a:cxn>
              <a:cxn ang="0">
                <a:pos x="351" y="1261"/>
              </a:cxn>
              <a:cxn ang="0">
                <a:pos x="384" y="1419"/>
              </a:cxn>
              <a:cxn ang="0">
                <a:pos x="125" y="1653"/>
              </a:cxn>
              <a:cxn ang="0">
                <a:pos x="217" y="1795"/>
              </a:cxn>
              <a:cxn ang="0">
                <a:pos x="509" y="1661"/>
              </a:cxn>
              <a:cxn ang="0">
                <a:pos x="618" y="1770"/>
              </a:cxn>
              <a:cxn ang="0">
                <a:pos x="467" y="2045"/>
              </a:cxn>
              <a:cxn ang="0">
                <a:pos x="609" y="2162"/>
              </a:cxn>
              <a:cxn ang="0">
                <a:pos x="868" y="1912"/>
              </a:cxn>
              <a:cxn ang="0">
                <a:pos x="1018" y="1962"/>
              </a:cxn>
              <a:cxn ang="0">
                <a:pos x="1052" y="2304"/>
              </a:cxn>
              <a:cxn ang="0">
                <a:pos x="1277" y="2313"/>
              </a:cxn>
              <a:cxn ang="0">
                <a:pos x="1302" y="1954"/>
              </a:cxn>
              <a:cxn ang="0">
                <a:pos x="1494" y="1904"/>
              </a:cxn>
              <a:cxn ang="0">
                <a:pos x="1720" y="2154"/>
              </a:cxn>
              <a:cxn ang="0">
                <a:pos x="1870" y="2062"/>
              </a:cxn>
              <a:cxn ang="0">
                <a:pos x="1720" y="1762"/>
              </a:cxn>
              <a:cxn ang="0">
                <a:pos x="1820" y="1636"/>
              </a:cxn>
              <a:cxn ang="0">
                <a:pos x="2120" y="1778"/>
              </a:cxn>
              <a:cxn ang="0">
                <a:pos x="2212" y="1620"/>
              </a:cxn>
              <a:cxn ang="0">
                <a:pos x="1937" y="1419"/>
              </a:cxn>
              <a:cxn ang="0">
                <a:pos x="1970" y="1244"/>
              </a:cxn>
              <a:cxn ang="0">
                <a:pos x="2312" y="1211"/>
              </a:cxn>
              <a:cxn ang="0">
                <a:pos x="2304" y="1035"/>
              </a:cxn>
              <a:cxn ang="0">
                <a:pos x="1962" y="985"/>
              </a:cxn>
              <a:cxn ang="0">
                <a:pos x="1928" y="852"/>
              </a:cxn>
              <a:cxn ang="0">
                <a:pos x="2204" y="660"/>
              </a:cxn>
              <a:cxn ang="0">
                <a:pos x="2112" y="501"/>
              </a:cxn>
              <a:cxn ang="0">
                <a:pos x="1803" y="626"/>
              </a:cxn>
              <a:cxn ang="0">
                <a:pos x="1703" y="526"/>
              </a:cxn>
              <a:cxn ang="0">
                <a:pos x="1861" y="234"/>
              </a:cxn>
              <a:cxn ang="0">
                <a:pos x="1711" y="142"/>
              </a:cxn>
              <a:cxn ang="0">
                <a:pos x="1469" y="384"/>
              </a:cxn>
            </a:cxnLst>
            <a:rect l="0" t="0" r="r" b="b"/>
            <a:pathLst>
              <a:path w="2312" h="2313">
                <a:moveTo>
                  <a:pt x="1469" y="384"/>
                </a:moveTo>
                <a:lnTo>
                  <a:pt x="1285" y="342"/>
                </a:lnTo>
                <a:lnTo>
                  <a:pt x="1260" y="0"/>
                </a:lnTo>
                <a:lnTo>
                  <a:pt x="1035" y="17"/>
                </a:lnTo>
                <a:lnTo>
                  <a:pt x="1018" y="342"/>
                </a:lnTo>
                <a:lnTo>
                  <a:pt x="868" y="393"/>
                </a:lnTo>
                <a:lnTo>
                  <a:pt x="651" y="117"/>
                </a:lnTo>
                <a:lnTo>
                  <a:pt x="501" y="201"/>
                </a:lnTo>
                <a:lnTo>
                  <a:pt x="643" y="509"/>
                </a:lnTo>
                <a:lnTo>
                  <a:pt x="543" y="610"/>
                </a:lnTo>
                <a:lnTo>
                  <a:pt x="217" y="493"/>
                </a:lnTo>
                <a:lnTo>
                  <a:pt x="142" y="618"/>
                </a:lnTo>
                <a:lnTo>
                  <a:pt x="392" y="835"/>
                </a:lnTo>
                <a:lnTo>
                  <a:pt x="351" y="1002"/>
                </a:lnTo>
                <a:lnTo>
                  <a:pt x="8" y="1027"/>
                </a:lnTo>
                <a:lnTo>
                  <a:pt x="0" y="1211"/>
                </a:lnTo>
                <a:lnTo>
                  <a:pt x="351" y="1261"/>
                </a:lnTo>
                <a:lnTo>
                  <a:pt x="384" y="1419"/>
                </a:lnTo>
                <a:lnTo>
                  <a:pt x="125" y="1653"/>
                </a:lnTo>
                <a:lnTo>
                  <a:pt x="217" y="1795"/>
                </a:lnTo>
                <a:lnTo>
                  <a:pt x="509" y="1661"/>
                </a:lnTo>
                <a:lnTo>
                  <a:pt x="618" y="1770"/>
                </a:lnTo>
                <a:lnTo>
                  <a:pt x="467" y="2045"/>
                </a:lnTo>
                <a:lnTo>
                  <a:pt x="609" y="2162"/>
                </a:lnTo>
                <a:lnTo>
                  <a:pt x="868" y="1912"/>
                </a:lnTo>
                <a:lnTo>
                  <a:pt x="1018" y="1962"/>
                </a:lnTo>
                <a:lnTo>
                  <a:pt x="1052" y="2304"/>
                </a:lnTo>
                <a:lnTo>
                  <a:pt x="1277" y="2313"/>
                </a:lnTo>
                <a:lnTo>
                  <a:pt x="1302" y="1954"/>
                </a:lnTo>
                <a:lnTo>
                  <a:pt x="1494" y="1904"/>
                </a:lnTo>
                <a:lnTo>
                  <a:pt x="1720" y="2154"/>
                </a:lnTo>
                <a:lnTo>
                  <a:pt x="1870" y="2062"/>
                </a:lnTo>
                <a:lnTo>
                  <a:pt x="1720" y="1762"/>
                </a:lnTo>
                <a:lnTo>
                  <a:pt x="1820" y="1636"/>
                </a:lnTo>
                <a:lnTo>
                  <a:pt x="2120" y="1778"/>
                </a:lnTo>
                <a:lnTo>
                  <a:pt x="2212" y="1620"/>
                </a:lnTo>
                <a:lnTo>
                  <a:pt x="1937" y="1419"/>
                </a:lnTo>
                <a:lnTo>
                  <a:pt x="1970" y="1244"/>
                </a:lnTo>
                <a:lnTo>
                  <a:pt x="2312" y="1211"/>
                </a:lnTo>
                <a:lnTo>
                  <a:pt x="2304" y="1035"/>
                </a:lnTo>
                <a:lnTo>
                  <a:pt x="1962" y="985"/>
                </a:lnTo>
                <a:lnTo>
                  <a:pt x="1928" y="852"/>
                </a:lnTo>
                <a:lnTo>
                  <a:pt x="2204" y="660"/>
                </a:lnTo>
                <a:lnTo>
                  <a:pt x="2112" y="501"/>
                </a:lnTo>
                <a:lnTo>
                  <a:pt x="1803" y="626"/>
                </a:lnTo>
                <a:lnTo>
                  <a:pt x="1703" y="526"/>
                </a:lnTo>
                <a:lnTo>
                  <a:pt x="1861" y="234"/>
                </a:lnTo>
                <a:lnTo>
                  <a:pt x="1711" y="142"/>
                </a:lnTo>
                <a:lnTo>
                  <a:pt x="1469" y="384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6150" name="Freeform 6"/>
          <p:cNvSpPr>
            <a:spLocks/>
          </p:cNvSpPr>
          <p:nvPr/>
        </p:nvSpPr>
        <p:spPr bwMode="hidden">
          <a:xfrm>
            <a:off x="4233" y="4797425"/>
            <a:ext cx="4557184" cy="2097088"/>
          </a:xfrm>
          <a:custGeom>
            <a:avLst/>
            <a:gdLst/>
            <a:ahLst/>
            <a:cxnLst>
              <a:cxn ang="0">
                <a:pos x="1368" y="358"/>
              </a:cxn>
              <a:cxn ang="0">
                <a:pos x="1197" y="318"/>
              </a:cxn>
              <a:cxn ang="0">
                <a:pos x="1173" y="0"/>
              </a:cxn>
              <a:cxn ang="0">
                <a:pos x="964" y="16"/>
              </a:cxn>
              <a:cxn ang="0">
                <a:pos x="948" y="318"/>
              </a:cxn>
              <a:cxn ang="0">
                <a:pos x="808" y="366"/>
              </a:cxn>
              <a:cxn ang="0">
                <a:pos x="606" y="109"/>
              </a:cxn>
              <a:cxn ang="0">
                <a:pos x="467" y="187"/>
              </a:cxn>
              <a:cxn ang="0">
                <a:pos x="599" y="474"/>
              </a:cxn>
              <a:cxn ang="0">
                <a:pos x="506" y="568"/>
              </a:cxn>
              <a:cxn ang="0">
                <a:pos x="202" y="459"/>
              </a:cxn>
              <a:cxn ang="0">
                <a:pos x="132" y="576"/>
              </a:cxn>
              <a:cxn ang="0">
                <a:pos x="365" y="778"/>
              </a:cxn>
              <a:cxn ang="0">
                <a:pos x="327" y="933"/>
              </a:cxn>
              <a:cxn ang="0">
                <a:pos x="7" y="956"/>
              </a:cxn>
              <a:cxn ang="0">
                <a:pos x="0" y="1128"/>
              </a:cxn>
              <a:cxn ang="0">
                <a:pos x="327" y="1174"/>
              </a:cxn>
              <a:cxn ang="0">
                <a:pos x="358" y="1321"/>
              </a:cxn>
              <a:cxn ang="0">
                <a:pos x="1804" y="1321"/>
              </a:cxn>
              <a:cxn ang="0">
                <a:pos x="1835" y="1158"/>
              </a:cxn>
              <a:cxn ang="0">
                <a:pos x="2153" y="1128"/>
              </a:cxn>
              <a:cxn ang="0">
                <a:pos x="2146" y="964"/>
              </a:cxn>
              <a:cxn ang="0">
                <a:pos x="1827" y="917"/>
              </a:cxn>
              <a:cxn ang="0">
                <a:pos x="1795" y="793"/>
              </a:cxn>
              <a:cxn ang="0">
                <a:pos x="2052" y="615"/>
              </a:cxn>
              <a:cxn ang="0">
                <a:pos x="1967" y="467"/>
              </a:cxn>
              <a:cxn ang="0">
                <a:pos x="1679" y="583"/>
              </a:cxn>
              <a:cxn ang="0">
                <a:pos x="1586" y="490"/>
              </a:cxn>
              <a:cxn ang="0">
                <a:pos x="1733" y="218"/>
              </a:cxn>
              <a:cxn ang="0">
                <a:pos x="1593" y="132"/>
              </a:cxn>
              <a:cxn ang="0">
                <a:pos x="1368" y="358"/>
              </a:cxn>
            </a:cxnLst>
            <a:rect l="0" t="0" r="r" b="b"/>
            <a:pathLst>
              <a:path w="2153" h="1321">
                <a:moveTo>
                  <a:pt x="1368" y="358"/>
                </a:moveTo>
                <a:lnTo>
                  <a:pt x="1197" y="318"/>
                </a:lnTo>
                <a:lnTo>
                  <a:pt x="1173" y="0"/>
                </a:lnTo>
                <a:lnTo>
                  <a:pt x="964" y="16"/>
                </a:lnTo>
                <a:lnTo>
                  <a:pt x="948" y="318"/>
                </a:lnTo>
                <a:lnTo>
                  <a:pt x="808" y="366"/>
                </a:lnTo>
                <a:lnTo>
                  <a:pt x="606" y="109"/>
                </a:lnTo>
                <a:lnTo>
                  <a:pt x="467" y="187"/>
                </a:lnTo>
                <a:lnTo>
                  <a:pt x="599" y="474"/>
                </a:lnTo>
                <a:lnTo>
                  <a:pt x="506" y="568"/>
                </a:lnTo>
                <a:lnTo>
                  <a:pt x="202" y="459"/>
                </a:lnTo>
                <a:lnTo>
                  <a:pt x="132" y="576"/>
                </a:lnTo>
                <a:lnTo>
                  <a:pt x="365" y="778"/>
                </a:lnTo>
                <a:lnTo>
                  <a:pt x="327" y="933"/>
                </a:lnTo>
                <a:lnTo>
                  <a:pt x="7" y="956"/>
                </a:lnTo>
                <a:lnTo>
                  <a:pt x="0" y="1128"/>
                </a:lnTo>
                <a:lnTo>
                  <a:pt x="327" y="1174"/>
                </a:lnTo>
                <a:lnTo>
                  <a:pt x="358" y="1321"/>
                </a:lnTo>
                <a:lnTo>
                  <a:pt x="1804" y="1321"/>
                </a:lnTo>
                <a:lnTo>
                  <a:pt x="1835" y="1158"/>
                </a:lnTo>
                <a:lnTo>
                  <a:pt x="2153" y="1128"/>
                </a:lnTo>
                <a:lnTo>
                  <a:pt x="2146" y="964"/>
                </a:lnTo>
                <a:lnTo>
                  <a:pt x="1827" y="917"/>
                </a:lnTo>
                <a:lnTo>
                  <a:pt x="1795" y="793"/>
                </a:lnTo>
                <a:lnTo>
                  <a:pt x="2052" y="615"/>
                </a:lnTo>
                <a:lnTo>
                  <a:pt x="1967" y="467"/>
                </a:lnTo>
                <a:lnTo>
                  <a:pt x="1679" y="583"/>
                </a:lnTo>
                <a:lnTo>
                  <a:pt x="1586" y="490"/>
                </a:lnTo>
                <a:lnTo>
                  <a:pt x="1733" y="218"/>
                </a:lnTo>
                <a:lnTo>
                  <a:pt x="1593" y="132"/>
                </a:lnTo>
                <a:lnTo>
                  <a:pt x="1368" y="358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6151" name="Freeform 7"/>
          <p:cNvSpPr>
            <a:spLocks/>
          </p:cNvSpPr>
          <p:nvPr/>
        </p:nvSpPr>
        <p:spPr bwMode="hidden">
          <a:xfrm>
            <a:off x="5992285" y="4425951"/>
            <a:ext cx="3018367" cy="2263775"/>
          </a:xfrm>
          <a:custGeom>
            <a:avLst/>
            <a:gdLst/>
            <a:ahLst/>
            <a:cxnLst>
              <a:cxn ang="0">
                <a:pos x="1469" y="384"/>
              </a:cxn>
              <a:cxn ang="0">
                <a:pos x="1285" y="342"/>
              </a:cxn>
              <a:cxn ang="0">
                <a:pos x="1260" y="0"/>
              </a:cxn>
              <a:cxn ang="0">
                <a:pos x="1035" y="17"/>
              </a:cxn>
              <a:cxn ang="0">
                <a:pos x="1018" y="342"/>
              </a:cxn>
              <a:cxn ang="0">
                <a:pos x="868" y="393"/>
              </a:cxn>
              <a:cxn ang="0">
                <a:pos x="651" y="117"/>
              </a:cxn>
              <a:cxn ang="0">
                <a:pos x="501" y="201"/>
              </a:cxn>
              <a:cxn ang="0">
                <a:pos x="643" y="509"/>
              </a:cxn>
              <a:cxn ang="0">
                <a:pos x="543" y="610"/>
              </a:cxn>
              <a:cxn ang="0">
                <a:pos x="217" y="493"/>
              </a:cxn>
              <a:cxn ang="0">
                <a:pos x="142" y="618"/>
              </a:cxn>
              <a:cxn ang="0">
                <a:pos x="392" y="835"/>
              </a:cxn>
              <a:cxn ang="0">
                <a:pos x="351" y="1002"/>
              </a:cxn>
              <a:cxn ang="0">
                <a:pos x="8" y="1027"/>
              </a:cxn>
              <a:cxn ang="0">
                <a:pos x="0" y="1211"/>
              </a:cxn>
              <a:cxn ang="0">
                <a:pos x="351" y="1261"/>
              </a:cxn>
              <a:cxn ang="0">
                <a:pos x="384" y="1419"/>
              </a:cxn>
              <a:cxn ang="0">
                <a:pos x="125" y="1653"/>
              </a:cxn>
              <a:cxn ang="0">
                <a:pos x="217" y="1795"/>
              </a:cxn>
              <a:cxn ang="0">
                <a:pos x="509" y="1661"/>
              </a:cxn>
              <a:cxn ang="0">
                <a:pos x="618" y="1770"/>
              </a:cxn>
              <a:cxn ang="0">
                <a:pos x="467" y="2045"/>
              </a:cxn>
              <a:cxn ang="0">
                <a:pos x="609" y="2162"/>
              </a:cxn>
              <a:cxn ang="0">
                <a:pos x="868" y="1912"/>
              </a:cxn>
              <a:cxn ang="0">
                <a:pos x="1018" y="1962"/>
              </a:cxn>
              <a:cxn ang="0">
                <a:pos x="1052" y="2304"/>
              </a:cxn>
              <a:cxn ang="0">
                <a:pos x="1277" y="2313"/>
              </a:cxn>
              <a:cxn ang="0">
                <a:pos x="1302" y="1954"/>
              </a:cxn>
              <a:cxn ang="0">
                <a:pos x="1494" y="1904"/>
              </a:cxn>
              <a:cxn ang="0">
                <a:pos x="1720" y="2154"/>
              </a:cxn>
              <a:cxn ang="0">
                <a:pos x="1870" y="2062"/>
              </a:cxn>
              <a:cxn ang="0">
                <a:pos x="1720" y="1762"/>
              </a:cxn>
              <a:cxn ang="0">
                <a:pos x="1820" y="1636"/>
              </a:cxn>
              <a:cxn ang="0">
                <a:pos x="2120" y="1778"/>
              </a:cxn>
              <a:cxn ang="0">
                <a:pos x="2212" y="1620"/>
              </a:cxn>
              <a:cxn ang="0">
                <a:pos x="1937" y="1419"/>
              </a:cxn>
              <a:cxn ang="0">
                <a:pos x="1970" y="1244"/>
              </a:cxn>
              <a:cxn ang="0">
                <a:pos x="2312" y="1211"/>
              </a:cxn>
              <a:cxn ang="0">
                <a:pos x="2304" y="1035"/>
              </a:cxn>
              <a:cxn ang="0">
                <a:pos x="1962" y="985"/>
              </a:cxn>
              <a:cxn ang="0">
                <a:pos x="1928" y="852"/>
              </a:cxn>
              <a:cxn ang="0">
                <a:pos x="2204" y="660"/>
              </a:cxn>
              <a:cxn ang="0">
                <a:pos x="2112" y="501"/>
              </a:cxn>
              <a:cxn ang="0">
                <a:pos x="1803" y="626"/>
              </a:cxn>
              <a:cxn ang="0">
                <a:pos x="1703" y="526"/>
              </a:cxn>
              <a:cxn ang="0">
                <a:pos x="1861" y="234"/>
              </a:cxn>
              <a:cxn ang="0">
                <a:pos x="1711" y="142"/>
              </a:cxn>
              <a:cxn ang="0">
                <a:pos x="1469" y="384"/>
              </a:cxn>
            </a:cxnLst>
            <a:rect l="0" t="0" r="r" b="b"/>
            <a:pathLst>
              <a:path w="2312" h="2313">
                <a:moveTo>
                  <a:pt x="1469" y="384"/>
                </a:moveTo>
                <a:lnTo>
                  <a:pt x="1285" y="342"/>
                </a:lnTo>
                <a:lnTo>
                  <a:pt x="1260" y="0"/>
                </a:lnTo>
                <a:lnTo>
                  <a:pt x="1035" y="17"/>
                </a:lnTo>
                <a:lnTo>
                  <a:pt x="1018" y="342"/>
                </a:lnTo>
                <a:lnTo>
                  <a:pt x="868" y="393"/>
                </a:lnTo>
                <a:lnTo>
                  <a:pt x="651" y="117"/>
                </a:lnTo>
                <a:lnTo>
                  <a:pt x="501" y="201"/>
                </a:lnTo>
                <a:lnTo>
                  <a:pt x="643" y="509"/>
                </a:lnTo>
                <a:lnTo>
                  <a:pt x="543" y="610"/>
                </a:lnTo>
                <a:lnTo>
                  <a:pt x="217" y="493"/>
                </a:lnTo>
                <a:lnTo>
                  <a:pt x="142" y="618"/>
                </a:lnTo>
                <a:lnTo>
                  <a:pt x="392" y="835"/>
                </a:lnTo>
                <a:lnTo>
                  <a:pt x="351" y="1002"/>
                </a:lnTo>
                <a:lnTo>
                  <a:pt x="8" y="1027"/>
                </a:lnTo>
                <a:lnTo>
                  <a:pt x="0" y="1211"/>
                </a:lnTo>
                <a:lnTo>
                  <a:pt x="351" y="1261"/>
                </a:lnTo>
                <a:lnTo>
                  <a:pt x="384" y="1419"/>
                </a:lnTo>
                <a:lnTo>
                  <a:pt x="125" y="1653"/>
                </a:lnTo>
                <a:lnTo>
                  <a:pt x="217" y="1795"/>
                </a:lnTo>
                <a:lnTo>
                  <a:pt x="509" y="1661"/>
                </a:lnTo>
                <a:lnTo>
                  <a:pt x="618" y="1770"/>
                </a:lnTo>
                <a:lnTo>
                  <a:pt x="467" y="2045"/>
                </a:lnTo>
                <a:lnTo>
                  <a:pt x="609" y="2162"/>
                </a:lnTo>
                <a:lnTo>
                  <a:pt x="868" y="1912"/>
                </a:lnTo>
                <a:lnTo>
                  <a:pt x="1018" y="1962"/>
                </a:lnTo>
                <a:lnTo>
                  <a:pt x="1052" y="2304"/>
                </a:lnTo>
                <a:lnTo>
                  <a:pt x="1277" y="2313"/>
                </a:lnTo>
                <a:lnTo>
                  <a:pt x="1302" y="1954"/>
                </a:lnTo>
                <a:lnTo>
                  <a:pt x="1494" y="1904"/>
                </a:lnTo>
                <a:lnTo>
                  <a:pt x="1720" y="2154"/>
                </a:lnTo>
                <a:lnTo>
                  <a:pt x="1870" y="2062"/>
                </a:lnTo>
                <a:lnTo>
                  <a:pt x="1720" y="1762"/>
                </a:lnTo>
                <a:lnTo>
                  <a:pt x="1820" y="1636"/>
                </a:lnTo>
                <a:lnTo>
                  <a:pt x="2120" y="1778"/>
                </a:lnTo>
                <a:lnTo>
                  <a:pt x="2212" y="1620"/>
                </a:lnTo>
                <a:lnTo>
                  <a:pt x="1937" y="1419"/>
                </a:lnTo>
                <a:lnTo>
                  <a:pt x="1970" y="1244"/>
                </a:lnTo>
                <a:lnTo>
                  <a:pt x="2312" y="1211"/>
                </a:lnTo>
                <a:lnTo>
                  <a:pt x="2304" y="1035"/>
                </a:lnTo>
                <a:lnTo>
                  <a:pt x="1962" y="985"/>
                </a:lnTo>
                <a:lnTo>
                  <a:pt x="1928" y="852"/>
                </a:lnTo>
                <a:lnTo>
                  <a:pt x="2204" y="660"/>
                </a:lnTo>
                <a:lnTo>
                  <a:pt x="2112" y="501"/>
                </a:lnTo>
                <a:lnTo>
                  <a:pt x="1803" y="626"/>
                </a:lnTo>
                <a:lnTo>
                  <a:pt x="1703" y="526"/>
                </a:lnTo>
                <a:lnTo>
                  <a:pt x="1861" y="234"/>
                </a:lnTo>
                <a:lnTo>
                  <a:pt x="1711" y="142"/>
                </a:lnTo>
                <a:lnTo>
                  <a:pt x="1469" y="384"/>
                </a:lnTo>
                <a:close/>
              </a:path>
            </a:pathLst>
          </a:cu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6152" name="Freeform 8"/>
          <p:cNvSpPr>
            <a:spLocks/>
          </p:cNvSpPr>
          <p:nvPr/>
        </p:nvSpPr>
        <p:spPr bwMode="hidden">
          <a:xfrm>
            <a:off x="7528985" y="487363"/>
            <a:ext cx="3905249" cy="2930525"/>
          </a:xfrm>
          <a:custGeom>
            <a:avLst/>
            <a:gdLst/>
            <a:ahLst/>
            <a:cxnLst>
              <a:cxn ang="0">
                <a:pos x="1469" y="384"/>
              </a:cxn>
              <a:cxn ang="0">
                <a:pos x="1285" y="342"/>
              </a:cxn>
              <a:cxn ang="0">
                <a:pos x="1260" y="0"/>
              </a:cxn>
              <a:cxn ang="0">
                <a:pos x="1035" y="17"/>
              </a:cxn>
              <a:cxn ang="0">
                <a:pos x="1018" y="342"/>
              </a:cxn>
              <a:cxn ang="0">
                <a:pos x="868" y="393"/>
              </a:cxn>
              <a:cxn ang="0">
                <a:pos x="651" y="117"/>
              </a:cxn>
              <a:cxn ang="0">
                <a:pos x="501" y="201"/>
              </a:cxn>
              <a:cxn ang="0">
                <a:pos x="643" y="509"/>
              </a:cxn>
              <a:cxn ang="0">
                <a:pos x="543" y="610"/>
              </a:cxn>
              <a:cxn ang="0">
                <a:pos x="217" y="493"/>
              </a:cxn>
              <a:cxn ang="0">
                <a:pos x="142" y="618"/>
              </a:cxn>
              <a:cxn ang="0">
                <a:pos x="392" y="835"/>
              </a:cxn>
              <a:cxn ang="0">
                <a:pos x="351" y="1002"/>
              </a:cxn>
              <a:cxn ang="0">
                <a:pos x="8" y="1027"/>
              </a:cxn>
              <a:cxn ang="0">
                <a:pos x="0" y="1211"/>
              </a:cxn>
              <a:cxn ang="0">
                <a:pos x="351" y="1261"/>
              </a:cxn>
              <a:cxn ang="0">
                <a:pos x="384" y="1419"/>
              </a:cxn>
              <a:cxn ang="0">
                <a:pos x="125" y="1653"/>
              </a:cxn>
              <a:cxn ang="0">
                <a:pos x="217" y="1795"/>
              </a:cxn>
              <a:cxn ang="0">
                <a:pos x="509" y="1661"/>
              </a:cxn>
              <a:cxn ang="0">
                <a:pos x="618" y="1770"/>
              </a:cxn>
              <a:cxn ang="0">
                <a:pos x="467" y="2045"/>
              </a:cxn>
              <a:cxn ang="0">
                <a:pos x="609" y="2162"/>
              </a:cxn>
              <a:cxn ang="0">
                <a:pos x="868" y="1912"/>
              </a:cxn>
              <a:cxn ang="0">
                <a:pos x="1018" y="1962"/>
              </a:cxn>
              <a:cxn ang="0">
                <a:pos x="1052" y="2304"/>
              </a:cxn>
              <a:cxn ang="0">
                <a:pos x="1277" y="2313"/>
              </a:cxn>
              <a:cxn ang="0">
                <a:pos x="1302" y="1954"/>
              </a:cxn>
              <a:cxn ang="0">
                <a:pos x="1494" y="1904"/>
              </a:cxn>
              <a:cxn ang="0">
                <a:pos x="1720" y="2154"/>
              </a:cxn>
              <a:cxn ang="0">
                <a:pos x="1870" y="2062"/>
              </a:cxn>
              <a:cxn ang="0">
                <a:pos x="1720" y="1762"/>
              </a:cxn>
              <a:cxn ang="0">
                <a:pos x="1820" y="1636"/>
              </a:cxn>
              <a:cxn ang="0">
                <a:pos x="2120" y="1778"/>
              </a:cxn>
              <a:cxn ang="0">
                <a:pos x="2212" y="1620"/>
              </a:cxn>
              <a:cxn ang="0">
                <a:pos x="1937" y="1419"/>
              </a:cxn>
              <a:cxn ang="0">
                <a:pos x="1970" y="1244"/>
              </a:cxn>
              <a:cxn ang="0">
                <a:pos x="2312" y="1211"/>
              </a:cxn>
              <a:cxn ang="0">
                <a:pos x="2304" y="1035"/>
              </a:cxn>
              <a:cxn ang="0">
                <a:pos x="1962" y="985"/>
              </a:cxn>
              <a:cxn ang="0">
                <a:pos x="1928" y="852"/>
              </a:cxn>
              <a:cxn ang="0">
                <a:pos x="2204" y="660"/>
              </a:cxn>
              <a:cxn ang="0">
                <a:pos x="2112" y="501"/>
              </a:cxn>
              <a:cxn ang="0">
                <a:pos x="1803" y="626"/>
              </a:cxn>
              <a:cxn ang="0">
                <a:pos x="1703" y="526"/>
              </a:cxn>
              <a:cxn ang="0">
                <a:pos x="1861" y="234"/>
              </a:cxn>
              <a:cxn ang="0">
                <a:pos x="1711" y="142"/>
              </a:cxn>
              <a:cxn ang="0">
                <a:pos x="1469" y="384"/>
              </a:cxn>
            </a:cxnLst>
            <a:rect l="0" t="0" r="r" b="b"/>
            <a:pathLst>
              <a:path w="2312" h="2313">
                <a:moveTo>
                  <a:pt x="1469" y="384"/>
                </a:moveTo>
                <a:lnTo>
                  <a:pt x="1285" y="342"/>
                </a:lnTo>
                <a:lnTo>
                  <a:pt x="1260" y="0"/>
                </a:lnTo>
                <a:lnTo>
                  <a:pt x="1035" y="17"/>
                </a:lnTo>
                <a:lnTo>
                  <a:pt x="1018" y="342"/>
                </a:lnTo>
                <a:lnTo>
                  <a:pt x="868" y="393"/>
                </a:lnTo>
                <a:lnTo>
                  <a:pt x="651" y="117"/>
                </a:lnTo>
                <a:lnTo>
                  <a:pt x="501" y="201"/>
                </a:lnTo>
                <a:lnTo>
                  <a:pt x="643" y="509"/>
                </a:lnTo>
                <a:lnTo>
                  <a:pt x="543" y="610"/>
                </a:lnTo>
                <a:lnTo>
                  <a:pt x="217" y="493"/>
                </a:lnTo>
                <a:lnTo>
                  <a:pt x="142" y="618"/>
                </a:lnTo>
                <a:lnTo>
                  <a:pt x="392" y="835"/>
                </a:lnTo>
                <a:lnTo>
                  <a:pt x="351" y="1002"/>
                </a:lnTo>
                <a:lnTo>
                  <a:pt x="8" y="1027"/>
                </a:lnTo>
                <a:lnTo>
                  <a:pt x="0" y="1211"/>
                </a:lnTo>
                <a:lnTo>
                  <a:pt x="351" y="1261"/>
                </a:lnTo>
                <a:lnTo>
                  <a:pt x="384" y="1419"/>
                </a:lnTo>
                <a:lnTo>
                  <a:pt x="125" y="1653"/>
                </a:lnTo>
                <a:lnTo>
                  <a:pt x="217" y="1795"/>
                </a:lnTo>
                <a:lnTo>
                  <a:pt x="509" y="1661"/>
                </a:lnTo>
                <a:lnTo>
                  <a:pt x="618" y="1770"/>
                </a:lnTo>
                <a:lnTo>
                  <a:pt x="467" y="2045"/>
                </a:lnTo>
                <a:lnTo>
                  <a:pt x="609" y="2162"/>
                </a:lnTo>
                <a:lnTo>
                  <a:pt x="868" y="1912"/>
                </a:lnTo>
                <a:lnTo>
                  <a:pt x="1018" y="1962"/>
                </a:lnTo>
                <a:lnTo>
                  <a:pt x="1052" y="2304"/>
                </a:lnTo>
                <a:lnTo>
                  <a:pt x="1277" y="2313"/>
                </a:lnTo>
                <a:lnTo>
                  <a:pt x="1302" y="1954"/>
                </a:lnTo>
                <a:lnTo>
                  <a:pt x="1494" y="1904"/>
                </a:lnTo>
                <a:lnTo>
                  <a:pt x="1720" y="2154"/>
                </a:lnTo>
                <a:lnTo>
                  <a:pt x="1870" y="2062"/>
                </a:lnTo>
                <a:lnTo>
                  <a:pt x="1720" y="1762"/>
                </a:lnTo>
                <a:lnTo>
                  <a:pt x="1820" y="1636"/>
                </a:lnTo>
                <a:lnTo>
                  <a:pt x="2120" y="1778"/>
                </a:lnTo>
                <a:lnTo>
                  <a:pt x="2212" y="1620"/>
                </a:lnTo>
                <a:lnTo>
                  <a:pt x="1937" y="1419"/>
                </a:lnTo>
                <a:lnTo>
                  <a:pt x="1970" y="1244"/>
                </a:lnTo>
                <a:lnTo>
                  <a:pt x="2312" y="1211"/>
                </a:lnTo>
                <a:lnTo>
                  <a:pt x="2304" y="1035"/>
                </a:lnTo>
                <a:lnTo>
                  <a:pt x="1962" y="985"/>
                </a:lnTo>
                <a:lnTo>
                  <a:pt x="1928" y="852"/>
                </a:lnTo>
                <a:lnTo>
                  <a:pt x="2204" y="660"/>
                </a:lnTo>
                <a:lnTo>
                  <a:pt x="2112" y="501"/>
                </a:lnTo>
                <a:lnTo>
                  <a:pt x="1803" y="626"/>
                </a:lnTo>
                <a:lnTo>
                  <a:pt x="1703" y="526"/>
                </a:lnTo>
                <a:lnTo>
                  <a:pt x="1861" y="234"/>
                </a:lnTo>
                <a:lnTo>
                  <a:pt x="1711" y="142"/>
                </a:lnTo>
                <a:lnTo>
                  <a:pt x="1469" y="384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6153" name="Freeform 9"/>
          <p:cNvSpPr>
            <a:spLocks/>
          </p:cNvSpPr>
          <p:nvPr/>
        </p:nvSpPr>
        <p:spPr bwMode="hidden">
          <a:xfrm>
            <a:off x="9529233" y="2555876"/>
            <a:ext cx="2677584" cy="3997325"/>
          </a:xfrm>
          <a:custGeom>
            <a:avLst/>
            <a:gdLst/>
            <a:ahLst/>
            <a:cxnLst>
              <a:cxn ang="0">
                <a:pos x="1265" y="0"/>
              </a:cxn>
              <a:cxn ang="0">
                <a:pos x="1128" y="18"/>
              </a:cxn>
              <a:cxn ang="0">
                <a:pos x="1110" y="372"/>
              </a:cxn>
              <a:cxn ang="0">
                <a:pos x="946" y="428"/>
              </a:cxn>
              <a:cxn ang="0">
                <a:pos x="710" y="127"/>
              </a:cxn>
              <a:cxn ang="0">
                <a:pos x="546" y="219"/>
              </a:cxn>
              <a:cxn ang="0">
                <a:pos x="701" y="555"/>
              </a:cxn>
              <a:cxn ang="0">
                <a:pos x="592" y="665"/>
              </a:cxn>
              <a:cxn ang="0">
                <a:pos x="237" y="537"/>
              </a:cxn>
              <a:cxn ang="0">
                <a:pos x="155" y="674"/>
              </a:cxn>
              <a:cxn ang="0">
                <a:pos x="427" y="911"/>
              </a:cxn>
              <a:cxn ang="0">
                <a:pos x="383" y="1093"/>
              </a:cxn>
              <a:cxn ang="0">
                <a:pos x="9" y="1121"/>
              </a:cxn>
              <a:cxn ang="0">
                <a:pos x="0" y="1322"/>
              </a:cxn>
              <a:cxn ang="0">
                <a:pos x="383" y="1376"/>
              </a:cxn>
              <a:cxn ang="0">
                <a:pos x="419" y="1549"/>
              </a:cxn>
              <a:cxn ang="0">
                <a:pos x="136" y="1804"/>
              </a:cxn>
              <a:cxn ang="0">
                <a:pos x="237" y="1959"/>
              </a:cxn>
              <a:cxn ang="0">
                <a:pos x="555" y="1813"/>
              </a:cxn>
              <a:cxn ang="0">
                <a:pos x="674" y="1932"/>
              </a:cxn>
              <a:cxn ang="0">
                <a:pos x="509" y="2232"/>
              </a:cxn>
              <a:cxn ang="0">
                <a:pos x="664" y="2360"/>
              </a:cxn>
              <a:cxn ang="0">
                <a:pos x="946" y="2087"/>
              </a:cxn>
              <a:cxn ang="0">
                <a:pos x="1110" y="2142"/>
              </a:cxn>
              <a:cxn ang="0">
                <a:pos x="1147" y="2515"/>
              </a:cxn>
              <a:cxn ang="0">
                <a:pos x="1265" y="2518"/>
              </a:cxn>
              <a:cxn ang="0">
                <a:pos x="1265" y="0"/>
              </a:cxn>
            </a:cxnLst>
            <a:rect l="0" t="0" r="r" b="b"/>
            <a:pathLst>
              <a:path w="1265" h="2518">
                <a:moveTo>
                  <a:pt x="1265" y="0"/>
                </a:moveTo>
                <a:lnTo>
                  <a:pt x="1128" y="18"/>
                </a:lnTo>
                <a:lnTo>
                  <a:pt x="1110" y="372"/>
                </a:lnTo>
                <a:lnTo>
                  <a:pt x="946" y="428"/>
                </a:lnTo>
                <a:lnTo>
                  <a:pt x="710" y="127"/>
                </a:lnTo>
                <a:lnTo>
                  <a:pt x="546" y="219"/>
                </a:lnTo>
                <a:lnTo>
                  <a:pt x="701" y="555"/>
                </a:lnTo>
                <a:lnTo>
                  <a:pt x="592" y="665"/>
                </a:lnTo>
                <a:lnTo>
                  <a:pt x="237" y="537"/>
                </a:lnTo>
                <a:lnTo>
                  <a:pt x="155" y="674"/>
                </a:lnTo>
                <a:lnTo>
                  <a:pt x="427" y="911"/>
                </a:lnTo>
                <a:lnTo>
                  <a:pt x="383" y="1093"/>
                </a:lnTo>
                <a:lnTo>
                  <a:pt x="9" y="1121"/>
                </a:lnTo>
                <a:lnTo>
                  <a:pt x="0" y="1322"/>
                </a:lnTo>
                <a:lnTo>
                  <a:pt x="383" y="1376"/>
                </a:lnTo>
                <a:lnTo>
                  <a:pt x="419" y="1549"/>
                </a:lnTo>
                <a:lnTo>
                  <a:pt x="136" y="1804"/>
                </a:lnTo>
                <a:lnTo>
                  <a:pt x="237" y="1959"/>
                </a:lnTo>
                <a:lnTo>
                  <a:pt x="555" y="1813"/>
                </a:lnTo>
                <a:lnTo>
                  <a:pt x="674" y="1932"/>
                </a:lnTo>
                <a:lnTo>
                  <a:pt x="509" y="2232"/>
                </a:lnTo>
                <a:lnTo>
                  <a:pt x="664" y="2360"/>
                </a:lnTo>
                <a:lnTo>
                  <a:pt x="946" y="2087"/>
                </a:lnTo>
                <a:lnTo>
                  <a:pt x="1110" y="2142"/>
                </a:lnTo>
                <a:lnTo>
                  <a:pt x="1147" y="2515"/>
                </a:lnTo>
                <a:lnTo>
                  <a:pt x="1265" y="2518"/>
                </a:lnTo>
                <a:lnTo>
                  <a:pt x="1265" y="0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accent2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pic>
        <p:nvPicPr>
          <p:cNvPr id="2058" name="Picture 10" descr="Facbanna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invGray">
          <a:xfrm>
            <a:off x="4234" y="-3175"/>
            <a:ext cx="107103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9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422400" y="3048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60" name="Rectangle 1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22400" y="16764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157" name="Rectangle 1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422400" y="63246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2"/>
                </a:solidFill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6158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673600" y="63246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tx2"/>
                </a:solidFill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6159" name="Rectangle 1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45600" y="63246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D8398CF-1905-4762-A4CF-B039352649CB}" type="slidenum">
              <a:rPr lang="en-US">
                <a:solidFill>
                  <a:srgbClr val="EBD189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8598628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ransition>
    <p:wipe dir="r"/>
  </p:transition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SzPct val="80000"/>
        <a:buFont typeface="Wingdings" panose="05000000000000000000" pitchFamily="2" charset="2"/>
        <a:buChar char="®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C0000"/>
        </a:buClr>
        <a:buSzPct val="70000"/>
        <a:buFont typeface="Wingdings" panose="05000000000000000000" pitchFamily="2" charset="2"/>
        <a:buChar char="®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SzPct val="60000"/>
        <a:buFont typeface="Wingdings" panose="05000000000000000000" pitchFamily="2" charset="2"/>
        <a:buChar char="®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ChangeArrowheads="1"/>
          </p:cNvSpPr>
          <p:nvPr/>
        </p:nvSpPr>
        <p:spPr bwMode="auto">
          <a:xfrm>
            <a:off x="2209800" y="152400"/>
            <a:ext cx="7772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b="1" dirty="0" smtClean="0">
                <a:solidFill>
                  <a:srgbClr val="555BAD"/>
                </a:solidFill>
                <a:latin typeface="Times New Roman" panose="02020603050405020304" pitchFamily="18" charset="0"/>
              </a:rPr>
              <a:t>Process Flowchart</a:t>
            </a:r>
            <a:endParaRPr lang="en-US" b="1" dirty="0">
              <a:solidFill>
                <a:srgbClr val="555BAD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4275" name="Group 3"/>
          <p:cNvGrpSpPr>
            <a:grpSpLocks/>
          </p:cNvGrpSpPr>
          <p:nvPr/>
        </p:nvGrpSpPr>
        <p:grpSpPr bwMode="auto">
          <a:xfrm>
            <a:off x="1752600" y="990600"/>
            <a:ext cx="8686800" cy="241300"/>
            <a:chOff x="384" y="625"/>
            <a:chExt cx="4992" cy="151"/>
          </a:xfrm>
        </p:grpSpPr>
        <p:grpSp>
          <p:nvGrpSpPr>
            <p:cNvPr id="54341" name="Group 4"/>
            <p:cNvGrpSpPr>
              <a:grpSpLocks/>
            </p:cNvGrpSpPr>
            <p:nvPr/>
          </p:nvGrpSpPr>
          <p:grpSpPr bwMode="auto">
            <a:xfrm>
              <a:off x="384" y="625"/>
              <a:ext cx="4992" cy="144"/>
              <a:chOff x="384" y="625"/>
              <a:chExt cx="4992" cy="144"/>
            </a:xfrm>
          </p:grpSpPr>
          <p:pic>
            <p:nvPicPr>
              <p:cNvPr id="54343" name="Picture 5" descr="bd15156_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4" y="625"/>
                <a:ext cx="4992" cy="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4344" name="Picture 6" descr="bd15034_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4" y="685"/>
                <a:ext cx="4992" cy="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54342" name="Picture 7" descr="bd21319_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" y="728"/>
              <a:ext cx="4992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4276" name="Oval 8"/>
          <p:cNvSpPr>
            <a:spLocks noChangeArrowheads="1"/>
          </p:cNvSpPr>
          <p:nvPr/>
        </p:nvSpPr>
        <p:spPr bwMode="auto">
          <a:xfrm rot="-5400000">
            <a:off x="2355851" y="3708401"/>
            <a:ext cx="395287" cy="500062"/>
          </a:xfrm>
          <a:prstGeom prst="ellipse">
            <a:avLst/>
          </a:prstGeom>
          <a:solidFill>
            <a:srgbClr val="C0C0C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54277" name="Oval 9"/>
          <p:cNvSpPr>
            <a:spLocks noChangeArrowheads="1"/>
          </p:cNvSpPr>
          <p:nvPr/>
        </p:nvSpPr>
        <p:spPr bwMode="auto">
          <a:xfrm rot="-5400000">
            <a:off x="3233739" y="3708401"/>
            <a:ext cx="395287" cy="500063"/>
          </a:xfrm>
          <a:prstGeom prst="ellipse">
            <a:avLst/>
          </a:prstGeom>
          <a:solidFill>
            <a:srgbClr val="C0C0C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54278" name="Rectangle 10"/>
          <p:cNvSpPr>
            <a:spLocks noChangeArrowheads="1"/>
          </p:cNvSpPr>
          <p:nvPr/>
        </p:nvSpPr>
        <p:spPr bwMode="auto">
          <a:xfrm rot="-5400000">
            <a:off x="4110039" y="3708401"/>
            <a:ext cx="395287" cy="500063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54279" name="Rectangle 11"/>
          <p:cNvSpPr>
            <a:spLocks noChangeArrowheads="1"/>
          </p:cNvSpPr>
          <p:nvPr/>
        </p:nvSpPr>
        <p:spPr bwMode="auto">
          <a:xfrm rot="-5400000">
            <a:off x="7113588" y="3706813"/>
            <a:ext cx="395288" cy="500063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54280" name="AutoShape 12"/>
          <p:cNvSpPr>
            <a:spLocks noChangeArrowheads="1"/>
          </p:cNvSpPr>
          <p:nvPr/>
        </p:nvSpPr>
        <p:spPr bwMode="auto">
          <a:xfrm rot="-5400000">
            <a:off x="7064376" y="2768601"/>
            <a:ext cx="493713" cy="500063"/>
          </a:xfrm>
          <a:prstGeom prst="flowChartDecision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54281" name="Oval 13"/>
          <p:cNvSpPr>
            <a:spLocks noChangeArrowheads="1"/>
          </p:cNvSpPr>
          <p:nvPr/>
        </p:nvSpPr>
        <p:spPr bwMode="auto">
          <a:xfrm rot="-5400000">
            <a:off x="9866313" y="3706813"/>
            <a:ext cx="395288" cy="500063"/>
          </a:xfrm>
          <a:prstGeom prst="ellipse">
            <a:avLst/>
          </a:prstGeom>
          <a:solidFill>
            <a:srgbClr val="C0C0C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54282" name="Text Box 14"/>
          <p:cNvSpPr txBox="1">
            <a:spLocks noChangeArrowheads="1"/>
          </p:cNvSpPr>
          <p:nvPr/>
        </p:nvSpPr>
        <p:spPr bwMode="auto">
          <a:xfrm>
            <a:off x="1905000" y="4267200"/>
            <a:ext cx="12954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54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1. Client notifies local agent and is given Claim Form</a:t>
            </a:r>
            <a:endParaRPr lang="en-US" sz="1800">
              <a:solidFill>
                <a:srgbClr val="000054"/>
              </a:solidFill>
              <a:latin typeface="Arial" panose="020B0604020202020204" pitchFamily="34" charset="0"/>
            </a:endParaRPr>
          </a:p>
        </p:txBody>
      </p:sp>
      <p:sp>
        <p:nvSpPr>
          <p:cNvPr id="54283" name="Text Box 15"/>
          <p:cNvSpPr txBox="1">
            <a:spLocks noChangeArrowheads="1"/>
          </p:cNvSpPr>
          <p:nvPr/>
        </p:nvSpPr>
        <p:spPr bwMode="auto">
          <a:xfrm>
            <a:off x="2743201" y="5334000"/>
            <a:ext cx="1281113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54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2. Client obtains estimate and completes Claim Form</a:t>
            </a:r>
            <a:endParaRPr lang="en-US" sz="1800">
              <a:solidFill>
                <a:srgbClr val="000054"/>
              </a:solidFill>
              <a:latin typeface="Arial" panose="020B0604020202020204" pitchFamily="34" charset="0"/>
            </a:endParaRPr>
          </a:p>
        </p:txBody>
      </p:sp>
      <p:sp>
        <p:nvSpPr>
          <p:cNvPr id="54284" name="Text Box 16"/>
          <p:cNvSpPr txBox="1">
            <a:spLocks noChangeArrowheads="1"/>
          </p:cNvSpPr>
          <p:nvPr/>
        </p:nvSpPr>
        <p:spPr bwMode="auto">
          <a:xfrm>
            <a:off x="3581400" y="4267201"/>
            <a:ext cx="1295400" cy="6254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rgbClr val="000054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3. Agent verifies accuracy of Claim Form</a:t>
            </a:r>
            <a:endParaRPr lang="en-US" sz="1800" dirty="0">
              <a:solidFill>
                <a:srgbClr val="000054"/>
              </a:solidFill>
              <a:latin typeface="Arial" panose="020B0604020202020204" pitchFamily="34" charset="0"/>
            </a:endParaRPr>
          </a:p>
        </p:txBody>
      </p:sp>
      <p:sp>
        <p:nvSpPr>
          <p:cNvPr id="54285" name="Line 17"/>
          <p:cNvSpPr>
            <a:spLocks noChangeShapeType="1"/>
          </p:cNvSpPr>
          <p:nvPr/>
        </p:nvSpPr>
        <p:spPr bwMode="auto">
          <a:xfrm rot="-5400000">
            <a:off x="2991644" y="3771106"/>
            <a:ext cx="0" cy="3762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54286" name="Line 18"/>
          <p:cNvSpPr>
            <a:spLocks noChangeShapeType="1"/>
          </p:cNvSpPr>
          <p:nvPr/>
        </p:nvSpPr>
        <p:spPr bwMode="auto">
          <a:xfrm rot="-5400000">
            <a:off x="3869532" y="3771107"/>
            <a:ext cx="0" cy="3762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54287" name="Line 19"/>
          <p:cNvSpPr>
            <a:spLocks noChangeShapeType="1"/>
          </p:cNvSpPr>
          <p:nvPr/>
        </p:nvSpPr>
        <p:spPr bwMode="auto">
          <a:xfrm rot="-5400000">
            <a:off x="5245894" y="3769519"/>
            <a:ext cx="0" cy="3762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54288" name="Line 20"/>
          <p:cNvSpPr>
            <a:spLocks noChangeShapeType="1"/>
          </p:cNvSpPr>
          <p:nvPr/>
        </p:nvSpPr>
        <p:spPr bwMode="auto">
          <a:xfrm rot="-5400000">
            <a:off x="6041232" y="3769520"/>
            <a:ext cx="0" cy="3762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54289" name="Line 21"/>
          <p:cNvSpPr>
            <a:spLocks noChangeShapeType="1"/>
          </p:cNvSpPr>
          <p:nvPr/>
        </p:nvSpPr>
        <p:spPr bwMode="auto">
          <a:xfrm rot="-5400000">
            <a:off x="6810375" y="3706813"/>
            <a:ext cx="0" cy="5016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54290" name="Line 22"/>
          <p:cNvSpPr>
            <a:spLocks noChangeShapeType="1"/>
          </p:cNvSpPr>
          <p:nvPr/>
        </p:nvSpPr>
        <p:spPr bwMode="auto">
          <a:xfrm rot="-5400000">
            <a:off x="8249444" y="3769519"/>
            <a:ext cx="0" cy="3762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54291" name="Line 23"/>
          <p:cNvSpPr>
            <a:spLocks noChangeShapeType="1"/>
          </p:cNvSpPr>
          <p:nvPr/>
        </p:nvSpPr>
        <p:spPr bwMode="auto">
          <a:xfrm rot="-5400000">
            <a:off x="8930482" y="3769520"/>
            <a:ext cx="0" cy="3762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54292" name="Line 24"/>
          <p:cNvSpPr>
            <a:spLocks noChangeShapeType="1"/>
          </p:cNvSpPr>
          <p:nvPr/>
        </p:nvSpPr>
        <p:spPr bwMode="auto">
          <a:xfrm rot="-5400000">
            <a:off x="9625807" y="3769520"/>
            <a:ext cx="0" cy="3762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54293" name="Text Box 25"/>
          <p:cNvSpPr txBox="1">
            <a:spLocks noChangeArrowheads="1"/>
          </p:cNvSpPr>
          <p:nvPr/>
        </p:nvSpPr>
        <p:spPr bwMode="auto">
          <a:xfrm>
            <a:off x="3810000" y="2209800"/>
            <a:ext cx="9906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54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4. Is Claim Form correct?</a:t>
            </a:r>
            <a:endParaRPr lang="en-US" sz="1800">
              <a:solidFill>
                <a:srgbClr val="000054"/>
              </a:solidFill>
              <a:latin typeface="Arial" panose="020B0604020202020204" pitchFamily="34" charset="0"/>
            </a:endParaRPr>
          </a:p>
        </p:txBody>
      </p:sp>
      <p:sp>
        <p:nvSpPr>
          <p:cNvPr id="54294" name="Text Box 26"/>
          <p:cNvSpPr txBox="1">
            <a:spLocks noChangeArrowheads="1"/>
          </p:cNvSpPr>
          <p:nvPr/>
        </p:nvSpPr>
        <p:spPr bwMode="auto">
          <a:xfrm>
            <a:off x="4191000" y="5334001"/>
            <a:ext cx="1524000" cy="7778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54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5. Form forwarded to Regional Processing Center</a:t>
            </a:r>
            <a:endParaRPr lang="en-US" sz="1800">
              <a:solidFill>
                <a:srgbClr val="000054"/>
              </a:solidFill>
              <a:latin typeface="Arial" panose="020B0604020202020204" pitchFamily="34" charset="0"/>
            </a:endParaRPr>
          </a:p>
        </p:txBody>
      </p:sp>
      <p:sp>
        <p:nvSpPr>
          <p:cNvPr id="54295" name="Text Box 27"/>
          <p:cNvSpPr txBox="1">
            <a:spLocks noChangeArrowheads="1"/>
          </p:cNvSpPr>
          <p:nvPr/>
        </p:nvSpPr>
        <p:spPr bwMode="auto">
          <a:xfrm>
            <a:off x="4953000" y="4267200"/>
            <a:ext cx="16764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rgbClr val="000054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6. Processing enters date, time and contents into computer and creates hardcopy</a:t>
            </a:r>
            <a:endParaRPr lang="en-US" sz="1800" dirty="0">
              <a:solidFill>
                <a:srgbClr val="000054"/>
              </a:solidFill>
              <a:latin typeface="Arial" panose="020B0604020202020204" pitchFamily="34" charset="0"/>
            </a:endParaRPr>
          </a:p>
        </p:txBody>
      </p:sp>
      <p:sp>
        <p:nvSpPr>
          <p:cNvPr id="54296" name="Text Box 28"/>
          <p:cNvSpPr txBox="1">
            <a:spLocks noChangeArrowheads="1"/>
          </p:cNvSpPr>
          <p:nvPr/>
        </p:nvSpPr>
        <p:spPr bwMode="auto">
          <a:xfrm>
            <a:off x="5867401" y="5334001"/>
            <a:ext cx="1173163" cy="6381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rgbClr val="000054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7. Routed to a Claims Rep.</a:t>
            </a:r>
            <a:endParaRPr lang="en-US" sz="1800" dirty="0">
              <a:solidFill>
                <a:srgbClr val="000054"/>
              </a:solidFill>
              <a:latin typeface="Arial" panose="020B0604020202020204" pitchFamily="34" charset="0"/>
            </a:endParaRPr>
          </a:p>
        </p:txBody>
      </p:sp>
      <p:sp>
        <p:nvSpPr>
          <p:cNvPr id="54297" name="Text Box 29"/>
          <p:cNvSpPr txBox="1">
            <a:spLocks noChangeArrowheads="1"/>
          </p:cNvSpPr>
          <p:nvPr/>
        </p:nvSpPr>
        <p:spPr bwMode="auto">
          <a:xfrm>
            <a:off x="6705600" y="4267200"/>
            <a:ext cx="12192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54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8. Routed to a Claims Rep.</a:t>
            </a:r>
            <a:endParaRPr lang="en-US" sz="1800">
              <a:solidFill>
                <a:srgbClr val="000054"/>
              </a:solidFill>
              <a:latin typeface="Arial" panose="020B0604020202020204" pitchFamily="34" charset="0"/>
            </a:endParaRPr>
          </a:p>
        </p:txBody>
      </p:sp>
      <p:sp>
        <p:nvSpPr>
          <p:cNvPr id="54298" name="Line 30"/>
          <p:cNvSpPr>
            <a:spLocks noChangeShapeType="1"/>
          </p:cNvSpPr>
          <p:nvPr/>
        </p:nvSpPr>
        <p:spPr bwMode="auto">
          <a:xfrm rot="-5400000">
            <a:off x="4206875" y="3663950"/>
            <a:ext cx="196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54299" name="Line 31"/>
          <p:cNvSpPr>
            <a:spLocks noChangeShapeType="1"/>
          </p:cNvSpPr>
          <p:nvPr/>
        </p:nvSpPr>
        <p:spPr bwMode="auto">
          <a:xfrm rot="16200000" flipV="1">
            <a:off x="3742532" y="3053557"/>
            <a:ext cx="0" cy="6270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54300" name="Line 32"/>
          <p:cNvSpPr>
            <a:spLocks noChangeShapeType="1"/>
          </p:cNvSpPr>
          <p:nvPr/>
        </p:nvSpPr>
        <p:spPr bwMode="auto">
          <a:xfrm rot="16200000" flipH="1">
            <a:off x="3033713" y="3367088"/>
            <a:ext cx="7905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54301" name="Line 33"/>
          <p:cNvSpPr>
            <a:spLocks noChangeShapeType="1"/>
          </p:cNvSpPr>
          <p:nvPr/>
        </p:nvSpPr>
        <p:spPr bwMode="auto">
          <a:xfrm rot="-5400000">
            <a:off x="4743450" y="3178175"/>
            <a:ext cx="0" cy="3746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54302" name="Line 34"/>
          <p:cNvSpPr>
            <a:spLocks noChangeShapeType="1"/>
          </p:cNvSpPr>
          <p:nvPr/>
        </p:nvSpPr>
        <p:spPr bwMode="auto">
          <a:xfrm rot="16200000" flipH="1">
            <a:off x="4734720" y="3561557"/>
            <a:ext cx="39528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54303" name="Text Box 35"/>
          <p:cNvSpPr txBox="1">
            <a:spLocks noChangeArrowheads="1"/>
          </p:cNvSpPr>
          <p:nvPr/>
        </p:nvSpPr>
        <p:spPr bwMode="auto">
          <a:xfrm>
            <a:off x="6934200" y="2209800"/>
            <a:ext cx="1143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54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9. Problems with Claim?</a:t>
            </a:r>
            <a:endParaRPr lang="en-US" sz="1800">
              <a:solidFill>
                <a:srgbClr val="000054"/>
              </a:solidFill>
              <a:latin typeface="Arial" panose="020B0604020202020204" pitchFamily="34" charset="0"/>
            </a:endParaRPr>
          </a:p>
        </p:txBody>
      </p:sp>
      <p:sp>
        <p:nvSpPr>
          <p:cNvPr id="54304" name="Oval 36"/>
          <p:cNvSpPr>
            <a:spLocks noChangeArrowheads="1"/>
          </p:cNvSpPr>
          <p:nvPr/>
        </p:nvSpPr>
        <p:spPr bwMode="auto">
          <a:xfrm rot="-5400000">
            <a:off x="6362700" y="2719388"/>
            <a:ext cx="395288" cy="500062"/>
          </a:xfrm>
          <a:prstGeom prst="ellipse">
            <a:avLst/>
          </a:prstGeom>
          <a:solidFill>
            <a:srgbClr val="C0C0C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54305" name="Line 37"/>
          <p:cNvSpPr>
            <a:spLocks noChangeShapeType="1"/>
          </p:cNvSpPr>
          <p:nvPr/>
        </p:nvSpPr>
        <p:spPr bwMode="auto">
          <a:xfrm rot="16200000" flipV="1">
            <a:off x="6935788" y="2844801"/>
            <a:ext cx="0" cy="2508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54306" name="Text Box 38"/>
          <p:cNvSpPr txBox="1">
            <a:spLocks noChangeArrowheads="1"/>
          </p:cNvSpPr>
          <p:nvPr/>
        </p:nvSpPr>
        <p:spPr bwMode="auto">
          <a:xfrm>
            <a:off x="6096000" y="1676401"/>
            <a:ext cx="990600" cy="4730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54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10. Attach Form</a:t>
            </a:r>
            <a:endParaRPr lang="en-US" sz="1800">
              <a:solidFill>
                <a:srgbClr val="000054"/>
              </a:solidFill>
              <a:latin typeface="Arial" panose="020B0604020202020204" pitchFamily="34" charset="0"/>
            </a:endParaRPr>
          </a:p>
        </p:txBody>
      </p:sp>
      <p:sp>
        <p:nvSpPr>
          <p:cNvPr id="54307" name="Line 39"/>
          <p:cNvSpPr>
            <a:spLocks noChangeShapeType="1"/>
          </p:cNvSpPr>
          <p:nvPr/>
        </p:nvSpPr>
        <p:spPr bwMode="auto">
          <a:xfrm rot="16200000" flipV="1">
            <a:off x="5120482" y="2282032"/>
            <a:ext cx="0" cy="1376363"/>
          </a:xfrm>
          <a:prstGeom prst="line">
            <a:avLst/>
          </a:prstGeom>
          <a:noFill/>
          <a:ln w="9525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54308" name="Text Box 40"/>
          <p:cNvSpPr txBox="1">
            <a:spLocks noChangeArrowheads="1"/>
          </p:cNvSpPr>
          <p:nvPr/>
        </p:nvSpPr>
        <p:spPr bwMode="auto">
          <a:xfrm>
            <a:off x="5257800" y="2209800"/>
            <a:ext cx="914400" cy="5461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54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11. Mail to customer</a:t>
            </a:r>
            <a:endParaRPr lang="en-US" sz="1800">
              <a:solidFill>
                <a:srgbClr val="000054"/>
              </a:solidFill>
              <a:latin typeface="Arial" panose="020B0604020202020204" pitchFamily="34" charset="0"/>
            </a:endParaRPr>
          </a:p>
        </p:txBody>
      </p:sp>
      <p:sp>
        <p:nvSpPr>
          <p:cNvPr id="54309" name="Line 41"/>
          <p:cNvSpPr>
            <a:spLocks noChangeShapeType="1"/>
          </p:cNvSpPr>
          <p:nvPr/>
        </p:nvSpPr>
        <p:spPr bwMode="auto">
          <a:xfrm rot="16200000" flipV="1">
            <a:off x="6122194" y="2782094"/>
            <a:ext cx="0" cy="3762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54310" name="AutoShape 42"/>
          <p:cNvSpPr>
            <a:spLocks noChangeArrowheads="1"/>
          </p:cNvSpPr>
          <p:nvPr/>
        </p:nvSpPr>
        <p:spPr bwMode="auto">
          <a:xfrm rot="-5400000">
            <a:off x="4059238" y="3067051"/>
            <a:ext cx="493713" cy="500062"/>
          </a:xfrm>
          <a:prstGeom prst="flowChartDecision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54311" name="Line 43"/>
          <p:cNvSpPr>
            <a:spLocks noChangeShapeType="1"/>
          </p:cNvSpPr>
          <p:nvPr/>
        </p:nvSpPr>
        <p:spPr bwMode="auto">
          <a:xfrm rot="-5400000">
            <a:off x="7063582" y="3512344"/>
            <a:ext cx="49371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54312" name="Line 44"/>
          <p:cNvSpPr>
            <a:spLocks noChangeShapeType="1"/>
          </p:cNvSpPr>
          <p:nvPr/>
        </p:nvSpPr>
        <p:spPr bwMode="auto">
          <a:xfrm rot="-5400000">
            <a:off x="7748588" y="2782888"/>
            <a:ext cx="0" cy="3746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54313" name="Line 45"/>
          <p:cNvSpPr>
            <a:spLocks noChangeShapeType="1"/>
          </p:cNvSpPr>
          <p:nvPr/>
        </p:nvSpPr>
        <p:spPr bwMode="auto">
          <a:xfrm rot="16200000" flipH="1">
            <a:off x="7540626" y="3365501"/>
            <a:ext cx="7905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54314" name="Text Box 46"/>
          <p:cNvSpPr txBox="1">
            <a:spLocks noChangeArrowheads="1"/>
          </p:cNvSpPr>
          <p:nvPr/>
        </p:nvSpPr>
        <p:spPr bwMode="auto">
          <a:xfrm>
            <a:off x="7162800" y="5334001"/>
            <a:ext cx="1423988" cy="5619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54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12. Route to Accounts Payable</a:t>
            </a:r>
            <a:endParaRPr lang="en-US" sz="1800">
              <a:solidFill>
                <a:srgbClr val="000054"/>
              </a:solidFill>
              <a:latin typeface="Arial" panose="020B0604020202020204" pitchFamily="34" charset="0"/>
            </a:endParaRPr>
          </a:p>
        </p:txBody>
      </p:sp>
      <p:sp>
        <p:nvSpPr>
          <p:cNvPr id="54315" name="Text Box 47"/>
          <p:cNvSpPr txBox="1">
            <a:spLocks noChangeArrowheads="1"/>
          </p:cNvSpPr>
          <p:nvPr/>
        </p:nvSpPr>
        <p:spPr bwMode="auto">
          <a:xfrm>
            <a:off x="8001000" y="4267201"/>
            <a:ext cx="1295400" cy="5619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54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13. Issue check to customer</a:t>
            </a:r>
            <a:endParaRPr lang="en-US" sz="1800">
              <a:solidFill>
                <a:srgbClr val="000054"/>
              </a:solidFill>
              <a:latin typeface="Arial" panose="020B0604020202020204" pitchFamily="34" charset="0"/>
            </a:endParaRPr>
          </a:p>
        </p:txBody>
      </p:sp>
      <p:sp>
        <p:nvSpPr>
          <p:cNvPr id="54316" name="Text Box 48"/>
          <p:cNvSpPr txBox="1">
            <a:spLocks noChangeArrowheads="1"/>
          </p:cNvSpPr>
          <p:nvPr/>
        </p:nvSpPr>
        <p:spPr bwMode="auto">
          <a:xfrm>
            <a:off x="8763000" y="5334000"/>
            <a:ext cx="12192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54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14. Mail check to customer</a:t>
            </a:r>
            <a:endParaRPr lang="en-US" sz="1800">
              <a:solidFill>
                <a:srgbClr val="000054"/>
              </a:solidFill>
              <a:latin typeface="Arial" panose="020B0604020202020204" pitchFamily="34" charset="0"/>
            </a:endParaRPr>
          </a:p>
        </p:txBody>
      </p:sp>
      <p:sp>
        <p:nvSpPr>
          <p:cNvPr id="54317" name="Text Box 49"/>
          <p:cNvSpPr txBox="1">
            <a:spLocks noChangeArrowheads="1"/>
          </p:cNvSpPr>
          <p:nvPr/>
        </p:nvSpPr>
        <p:spPr bwMode="auto">
          <a:xfrm>
            <a:off x="9372600" y="4267201"/>
            <a:ext cx="1143000" cy="8540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54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15. Have glass repaired at local vendor</a:t>
            </a:r>
            <a:endParaRPr lang="en-US" sz="1800">
              <a:solidFill>
                <a:srgbClr val="000054"/>
              </a:solidFill>
              <a:latin typeface="Arial" panose="020B0604020202020204" pitchFamily="34" charset="0"/>
            </a:endParaRPr>
          </a:p>
        </p:txBody>
      </p:sp>
      <p:sp>
        <p:nvSpPr>
          <p:cNvPr id="54318" name="Line 50"/>
          <p:cNvSpPr>
            <a:spLocks noChangeShapeType="1"/>
          </p:cNvSpPr>
          <p:nvPr/>
        </p:nvSpPr>
        <p:spPr bwMode="auto">
          <a:xfrm rot="16200000" flipV="1">
            <a:off x="3742532" y="2656682"/>
            <a:ext cx="0" cy="627063"/>
          </a:xfrm>
          <a:prstGeom prst="line">
            <a:avLst/>
          </a:prstGeom>
          <a:noFill/>
          <a:ln w="9525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54319" name="AutoShape 51"/>
          <p:cNvSpPr>
            <a:spLocks noChangeArrowheads="1"/>
          </p:cNvSpPr>
          <p:nvPr/>
        </p:nvSpPr>
        <p:spPr bwMode="auto">
          <a:xfrm>
            <a:off x="4745038" y="3808413"/>
            <a:ext cx="501650" cy="296862"/>
          </a:xfrm>
          <a:prstGeom prst="rightArrow">
            <a:avLst>
              <a:gd name="adj1" fmla="val 50000"/>
              <a:gd name="adj2" fmla="val 42246"/>
            </a:avLst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54320" name="AutoShape 52"/>
          <p:cNvSpPr>
            <a:spLocks noChangeArrowheads="1"/>
          </p:cNvSpPr>
          <p:nvPr/>
        </p:nvSpPr>
        <p:spPr bwMode="auto">
          <a:xfrm>
            <a:off x="6246813" y="3808413"/>
            <a:ext cx="500062" cy="296862"/>
          </a:xfrm>
          <a:prstGeom prst="rightArrow">
            <a:avLst>
              <a:gd name="adj1" fmla="val 50000"/>
              <a:gd name="adj2" fmla="val 42112"/>
            </a:avLst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54321" name="AutoShape 53"/>
          <p:cNvSpPr>
            <a:spLocks noChangeArrowheads="1"/>
          </p:cNvSpPr>
          <p:nvPr/>
        </p:nvSpPr>
        <p:spPr bwMode="auto">
          <a:xfrm>
            <a:off x="7748588" y="3808413"/>
            <a:ext cx="500062" cy="296862"/>
          </a:xfrm>
          <a:prstGeom prst="rightArrow">
            <a:avLst>
              <a:gd name="adj1" fmla="val 50000"/>
              <a:gd name="adj2" fmla="val 42112"/>
            </a:avLst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54322" name="AutoShape 54"/>
          <p:cNvSpPr>
            <a:spLocks noChangeArrowheads="1"/>
          </p:cNvSpPr>
          <p:nvPr/>
        </p:nvSpPr>
        <p:spPr bwMode="auto">
          <a:xfrm>
            <a:off x="9124950" y="3808413"/>
            <a:ext cx="501650" cy="296862"/>
          </a:xfrm>
          <a:prstGeom prst="rightArrow">
            <a:avLst>
              <a:gd name="adj1" fmla="val 50000"/>
              <a:gd name="adj2" fmla="val 42246"/>
            </a:avLst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54323" name="Oval 55"/>
          <p:cNvSpPr>
            <a:spLocks noChangeArrowheads="1"/>
          </p:cNvSpPr>
          <p:nvPr/>
        </p:nvSpPr>
        <p:spPr bwMode="auto">
          <a:xfrm rot="-5400000">
            <a:off x="8489950" y="3706813"/>
            <a:ext cx="395288" cy="500062"/>
          </a:xfrm>
          <a:prstGeom prst="ellipse">
            <a:avLst/>
          </a:prstGeom>
          <a:solidFill>
            <a:srgbClr val="C0C0C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54324" name="AutoShape 56"/>
          <p:cNvSpPr>
            <a:spLocks noChangeArrowheads="1"/>
          </p:cNvSpPr>
          <p:nvPr/>
        </p:nvSpPr>
        <p:spPr bwMode="auto">
          <a:xfrm rot="10800000">
            <a:off x="5434013" y="2820988"/>
            <a:ext cx="500062" cy="296862"/>
          </a:xfrm>
          <a:prstGeom prst="rightArrow">
            <a:avLst>
              <a:gd name="adj1" fmla="val 50000"/>
              <a:gd name="adj2" fmla="val 42112"/>
            </a:avLst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54325" name="Oval 57"/>
          <p:cNvSpPr>
            <a:spLocks noChangeArrowheads="1"/>
          </p:cNvSpPr>
          <p:nvPr/>
        </p:nvSpPr>
        <p:spPr bwMode="auto">
          <a:xfrm rot="-5400000">
            <a:off x="5486400" y="3706813"/>
            <a:ext cx="395288" cy="500062"/>
          </a:xfrm>
          <a:prstGeom prst="ellipse">
            <a:avLst/>
          </a:prstGeom>
          <a:solidFill>
            <a:srgbClr val="C0C0C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EAEAEA"/>
              </a:solidFill>
            </a:endParaRPr>
          </a:p>
        </p:txBody>
      </p:sp>
      <p:sp>
        <p:nvSpPr>
          <p:cNvPr id="54326" name="Text Box 58"/>
          <p:cNvSpPr txBox="1">
            <a:spLocks noChangeArrowheads="1"/>
          </p:cNvSpPr>
          <p:nvPr/>
        </p:nvSpPr>
        <p:spPr bwMode="auto">
          <a:xfrm>
            <a:off x="2362200" y="38100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sz="1400">
                <a:solidFill>
                  <a:srgbClr val="000054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54327" name="Text Box 59"/>
          <p:cNvSpPr txBox="1">
            <a:spLocks noChangeArrowheads="1"/>
          </p:cNvSpPr>
          <p:nvPr/>
        </p:nvSpPr>
        <p:spPr bwMode="auto">
          <a:xfrm>
            <a:off x="3276600" y="38100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sz="1400">
                <a:solidFill>
                  <a:srgbClr val="000054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54328" name="Text Box 60"/>
          <p:cNvSpPr txBox="1">
            <a:spLocks noChangeArrowheads="1"/>
          </p:cNvSpPr>
          <p:nvPr/>
        </p:nvSpPr>
        <p:spPr bwMode="auto">
          <a:xfrm>
            <a:off x="4114800" y="37338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sz="1400">
                <a:solidFill>
                  <a:srgbClr val="000054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54329" name="Text Box 61"/>
          <p:cNvSpPr txBox="1">
            <a:spLocks noChangeArrowheads="1"/>
          </p:cNvSpPr>
          <p:nvPr/>
        </p:nvSpPr>
        <p:spPr bwMode="auto">
          <a:xfrm>
            <a:off x="4191000" y="3200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sz="1400">
                <a:solidFill>
                  <a:srgbClr val="000054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54330" name="Text Box 62"/>
          <p:cNvSpPr txBox="1">
            <a:spLocks noChangeArrowheads="1"/>
          </p:cNvSpPr>
          <p:nvPr/>
        </p:nvSpPr>
        <p:spPr bwMode="auto">
          <a:xfrm>
            <a:off x="5029200" y="377825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sz="1400">
                <a:solidFill>
                  <a:srgbClr val="000054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54331" name="Text Box 63"/>
          <p:cNvSpPr txBox="1">
            <a:spLocks noChangeArrowheads="1"/>
          </p:cNvSpPr>
          <p:nvPr/>
        </p:nvSpPr>
        <p:spPr bwMode="auto">
          <a:xfrm>
            <a:off x="5562600" y="377825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sz="1400">
                <a:solidFill>
                  <a:srgbClr val="000054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54332" name="Text Box 64"/>
          <p:cNvSpPr txBox="1">
            <a:spLocks noChangeArrowheads="1"/>
          </p:cNvSpPr>
          <p:nvPr/>
        </p:nvSpPr>
        <p:spPr bwMode="auto">
          <a:xfrm>
            <a:off x="6553200" y="38100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sz="1400">
                <a:solidFill>
                  <a:srgbClr val="000054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54333" name="Text Box 65"/>
          <p:cNvSpPr txBox="1">
            <a:spLocks noChangeArrowheads="1"/>
          </p:cNvSpPr>
          <p:nvPr/>
        </p:nvSpPr>
        <p:spPr bwMode="auto">
          <a:xfrm>
            <a:off x="7162800" y="38100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sz="1400">
                <a:solidFill>
                  <a:srgbClr val="000054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54334" name="Text Box 66"/>
          <p:cNvSpPr txBox="1">
            <a:spLocks noChangeArrowheads="1"/>
          </p:cNvSpPr>
          <p:nvPr/>
        </p:nvSpPr>
        <p:spPr bwMode="auto">
          <a:xfrm>
            <a:off x="7162800" y="2819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sz="1400">
                <a:solidFill>
                  <a:srgbClr val="000054"/>
                </a:solidFill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54335" name="Text Box 67"/>
          <p:cNvSpPr txBox="1">
            <a:spLocks noChangeArrowheads="1"/>
          </p:cNvSpPr>
          <p:nvPr/>
        </p:nvSpPr>
        <p:spPr bwMode="auto">
          <a:xfrm>
            <a:off x="6324600" y="27432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sz="1400">
                <a:solidFill>
                  <a:srgbClr val="000054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54336" name="Text Box 68"/>
          <p:cNvSpPr txBox="1">
            <a:spLocks noChangeArrowheads="1"/>
          </p:cNvSpPr>
          <p:nvPr/>
        </p:nvSpPr>
        <p:spPr bwMode="auto">
          <a:xfrm>
            <a:off x="5486400" y="28194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sz="1400">
                <a:solidFill>
                  <a:srgbClr val="000054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54337" name="Text Box 69"/>
          <p:cNvSpPr txBox="1">
            <a:spLocks noChangeArrowheads="1"/>
          </p:cNvSpPr>
          <p:nvPr/>
        </p:nvSpPr>
        <p:spPr bwMode="auto">
          <a:xfrm>
            <a:off x="7924800" y="377825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sz="1400">
                <a:solidFill>
                  <a:srgbClr val="000054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54338" name="Text Box 70"/>
          <p:cNvSpPr txBox="1">
            <a:spLocks noChangeArrowheads="1"/>
          </p:cNvSpPr>
          <p:nvPr/>
        </p:nvSpPr>
        <p:spPr bwMode="auto">
          <a:xfrm>
            <a:off x="8458200" y="377825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sz="1400">
                <a:solidFill>
                  <a:srgbClr val="000054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54339" name="Text Box 71"/>
          <p:cNvSpPr txBox="1">
            <a:spLocks noChangeArrowheads="1"/>
          </p:cNvSpPr>
          <p:nvPr/>
        </p:nvSpPr>
        <p:spPr bwMode="auto">
          <a:xfrm>
            <a:off x="9220200" y="377825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sz="1400">
                <a:solidFill>
                  <a:srgbClr val="000054"/>
                </a:solidFill>
                <a:latin typeface="Arial" panose="020B0604020202020204" pitchFamily="34" charset="0"/>
              </a:rPr>
              <a:t>14</a:t>
            </a:r>
          </a:p>
        </p:txBody>
      </p:sp>
      <p:sp>
        <p:nvSpPr>
          <p:cNvPr id="54340" name="Text Box 72"/>
          <p:cNvSpPr txBox="1">
            <a:spLocks noChangeArrowheads="1"/>
          </p:cNvSpPr>
          <p:nvPr/>
        </p:nvSpPr>
        <p:spPr bwMode="auto">
          <a:xfrm>
            <a:off x="9829800" y="377825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sz="1400">
                <a:solidFill>
                  <a:srgbClr val="000054"/>
                </a:solidFill>
                <a:latin typeface="Arial" panose="020B0604020202020204" pitchFamily="34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16806430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2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2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6" grpId="0"/>
    </p:bldLst>
  </p:timing>
</p:sld>
</file>

<file path=ppt/theme/theme1.xml><?xml version="1.0" encoding="utf-8"?>
<a:theme xmlns:a="http://schemas.openxmlformats.org/drawingml/2006/main" name="Factory">
  <a:themeElements>
    <a:clrScheme name="Factory 1">
      <a:dk1>
        <a:srgbClr val="000054"/>
      </a:dk1>
      <a:lt1>
        <a:srgbClr val="EAEAEA"/>
      </a:lt1>
      <a:dk2>
        <a:srgbClr val="00007A"/>
      </a:dk2>
      <a:lt2>
        <a:srgbClr val="EBD189"/>
      </a:lt2>
      <a:accent1>
        <a:srgbClr val="FCAB40"/>
      </a:accent1>
      <a:accent2>
        <a:srgbClr val="555BAD"/>
      </a:accent2>
      <a:accent3>
        <a:srgbClr val="AAAABE"/>
      </a:accent3>
      <a:accent4>
        <a:srgbClr val="C8C8C8"/>
      </a:accent4>
      <a:accent5>
        <a:srgbClr val="FDD2AF"/>
      </a:accent5>
      <a:accent6>
        <a:srgbClr val="4C529C"/>
      </a:accent6>
      <a:hlink>
        <a:srgbClr val="B97C01"/>
      </a:hlink>
      <a:folHlink>
        <a:srgbClr val="CCFF33"/>
      </a:folHlink>
    </a:clrScheme>
    <a:fontScheme name="Factory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</a:objectDefaults>
  <a:extraClrSchemeLst>
    <a:extraClrScheme>
      <a:clrScheme name="Factory 1">
        <a:dk1>
          <a:srgbClr val="000054"/>
        </a:dk1>
        <a:lt1>
          <a:srgbClr val="EAEAEA"/>
        </a:lt1>
        <a:dk2>
          <a:srgbClr val="00007A"/>
        </a:dk2>
        <a:lt2>
          <a:srgbClr val="EBD189"/>
        </a:lt2>
        <a:accent1>
          <a:srgbClr val="FCAB40"/>
        </a:accent1>
        <a:accent2>
          <a:srgbClr val="555BAD"/>
        </a:accent2>
        <a:accent3>
          <a:srgbClr val="AAAABE"/>
        </a:accent3>
        <a:accent4>
          <a:srgbClr val="C8C8C8"/>
        </a:accent4>
        <a:accent5>
          <a:srgbClr val="FDD2AF"/>
        </a:accent5>
        <a:accent6>
          <a:srgbClr val="4C529C"/>
        </a:accent6>
        <a:hlink>
          <a:srgbClr val="B97C01"/>
        </a:hlink>
        <a:folHlink>
          <a:srgbClr val="CCFF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actory 2">
        <a:dk1>
          <a:srgbClr val="000000"/>
        </a:dk1>
        <a:lt1>
          <a:srgbClr val="FFFFCC"/>
        </a:lt1>
        <a:dk2>
          <a:srgbClr val="993300"/>
        </a:dk2>
        <a:lt2>
          <a:srgbClr val="EDE1AF"/>
        </a:lt2>
        <a:accent1>
          <a:srgbClr val="CAC0E2"/>
        </a:accent1>
        <a:accent2>
          <a:srgbClr val="DFC977"/>
        </a:accent2>
        <a:accent3>
          <a:srgbClr val="FFFFE2"/>
        </a:accent3>
        <a:accent4>
          <a:srgbClr val="000000"/>
        </a:accent4>
        <a:accent5>
          <a:srgbClr val="E1DCEE"/>
        </a:accent5>
        <a:accent6>
          <a:srgbClr val="CAB66B"/>
        </a:accent6>
        <a:hlink>
          <a:srgbClr val="660033"/>
        </a:hlink>
        <a:folHlink>
          <a:srgbClr val="9933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actory 3">
        <a:dk1>
          <a:srgbClr val="000000"/>
        </a:dk1>
        <a:lt1>
          <a:srgbClr val="FFFFFF"/>
        </a:lt1>
        <a:dk2>
          <a:srgbClr val="000000"/>
        </a:dk2>
        <a:lt2>
          <a:srgbClr val="EAEAEA"/>
        </a:lt2>
        <a:accent1>
          <a:srgbClr val="DDDDDD"/>
        </a:accent1>
        <a:accent2>
          <a:srgbClr val="B2B2B2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A1A1A1"/>
        </a:accent6>
        <a:hlink>
          <a:srgbClr val="4D4D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actory 4">
        <a:dk1>
          <a:srgbClr val="481800"/>
        </a:dk1>
        <a:lt1>
          <a:srgbClr val="EAEAEA"/>
        </a:lt1>
        <a:dk2>
          <a:srgbClr val="762700"/>
        </a:dk2>
        <a:lt2>
          <a:srgbClr val="EBD189"/>
        </a:lt2>
        <a:accent1>
          <a:srgbClr val="FCAB40"/>
        </a:accent1>
        <a:accent2>
          <a:srgbClr val="AD717F"/>
        </a:accent2>
        <a:accent3>
          <a:srgbClr val="BDACAA"/>
        </a:accent3>
        <a:accent4>
          <a:srgbClr val="C8C8C8"/>
        </a:accent4>
        <a:accent5>
          <a:srgbClr val="FDD2AF"/>
        </a:accent5>
        <a:accent6>
          <a:srgbClr val="9C6672"/>
        </a:accent6>
        <a:hlink>
          <a:srgbClr val="FFFF99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actory 5">
        <a:dk1>
          <a:srgbClr val="330066"/>
        </a:dk1>
        <a:lt1>
          <a:srgbClr val="EAEAEA"/>
        </a:lt1>
        <a:dk2>
          <a:srgbClr val="4E009C"/>
        </a:dk2>
        <a:lt2>
          <a:srgbClr val="EBD189"/>
        </a:lt2>
        <a:accent1>
          <a:srgbClr val="FCAB40"/>
        </a:accent1>
        <a:accent2>
          <a:srgbClr val="8871BB"/>
        </a:accent2>
        <a:accent3>
          <a:srgbClr val="B2AACB"/>
        </a:accent3>
        <a:accent4>
          <a:srgbClr val="C8C8C8"/>
        </a:accent4>
        <a:accent5>
          <a:srgbClr val="FDD2AF"/>
        </a:accent5>
        <a:accent6>
          <a:srgbClr val="7B66A9"/>
        </a:accent6>
        <a:hlink>
          <a:srgbClr val="99CC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actory 6">
        <a:dk1>
          <a:srgbClr val="454425"/>
        </a:dk1>
        <a:lt1>
          <a:srgbClr val="EAEAEA"/>
        </a:lt1>
        <a:dk2>
          <a:srgbClr val="4D6A2A"/>
        </a:dk2>
        <a:lt2>
          <a:srgbClr val="EBD189"/>
        </a:lt2>
        <a:accent1>
          <a:srgbClr val="FCAB40"/>
        </a:accent1>
        <a:accent2>
          <a:srgbClr val="A59E79"/>
        </a:accent2>
        <a:accent3>
          <a:srgbClr val="B2B9AC"/>
        </a:accent3>
        <a:accent4>
          <a:srgbClr val="C8C8C8"/>
        </a:accent4>
        <a:accent5>
          <a:srgbClr val="FDD2AF"/>
        </a:accent5>
        <a:accent6>
          <a:srgbClr val="958F6D"/>
        </a:accent6>
        <a:hlink>
          <a:srgbClr val="FFCC00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actory 7">
        <a:dk1>
          <a:srgbClr val="3C2924"/>
        </a:dk1>
        <a:lt1>
          <a:srgbClr val="EAEAEA"/>
        </a:lt1>
        <a:dk2>
          <a:srgbClr val="0D0A46"/>
        </a:dk2>
        <a:lt2>
          <a:srgbClr val="EBD189"/>
        </a:lt2>
        <a:accent1>
          <a:srgbClr val="FCAB40"/>
        </a:accent1>
        <a:accent2>
          <a:srgbClr val="633D4E"/>
        </a:accent2>
        <a:accent3>
          <a:srgbClr val="AAAAB0"/>
        </a:accent3>
        <a:accent4>
          <a:srgbClr val="C8C8C8"/>
        </a:accent4>
        <a:accent5>
          <a:srgbClr val="FDD2AF"/>
        </a:accent5>
        <a:accent6>
          <a:srgbClr val="593646"/>
        </a:accent6>
        <a:hlink>
          <a:srgbClr val="FFCC66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138</Words>
  <Application>Microsoft Office PowerPoint</Application>
  <PresentationFormat>Widescreen</PresentationFormat>
  <Paragraphs>35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Narrow</vt:lpstr>
      <vt:lpstr>Calibri</vt:lpstr>
      <vt:lpstr>Times New Roman</vt:lpstr>
      <vt:lpstr>Wingdings</vt:lpstr>
      <vt:lpstr>Factory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2</cp:revision>
  <dcterms:created xsi:type="dcterms:W3CDTF">2016-08-15T06:19:20Z</dcterms:created>
  <dcterms:modified xsi:type="dcterms:W3CDTF">2016-08-17T05:18:40Z</dcterms:modified>
</cp:coreProperties>
</file>