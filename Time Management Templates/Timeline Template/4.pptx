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65" r:id="rId2"/>
  </p:sldIdLst>
  <p:sldSz cx="9144000" cy="6858000" type="screen4x3"/>
  <p:notesSz cx="6946900" cy="92837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sz="900" b="1" kern="1200">
        <a:solidFill>
          <a:srgbClr val="000000"/>
        </a:solidFill>
        <a:latin typeface="Arial" pitchFamily="34" charset="0"/>
        <a:ea typeface="ＭＳ Ｐゴシック" pitchFamily="34" charset="-128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900" b="1" kern="1200">
        <a:solidFill>
          <a:srgbClr val="000000"/>
        </a:solidFill>
        <a:latin typeface="Arial" pitchFamily="34" charset="0"/>
        <a:ea typeface="ＭＳ Ｐゴシック" pitchFamily="34" charset="-128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900" b="1" kern="1200">
        <a:solidFill>
          <a:srgbClr val="000000"/>
        </a:solidFill>
        <a:latin typeface="Arial" pitchFamily="34" charset="0"/>
        <a:ea typeface="ＭＳ Ｐゴシック" pitchFamily="34" charset="-128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900" b="1" kern="1200">
        <a:solidFill>
          <a:srgbClr val="000000"/>
        </a:solidFill>
        <a:latin typeface="Arial" pitchFamily="34" charset="0"/>
        <a:ea typeface="ＭＳ Ｐゴシック" pitchFamily="34" charset="-128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900" b="1" kern="1200">
        <a:solidFill>
          <a:srgbClr val="000000"/>
        </a:solidFill>
        <a:latin typeface="Arial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900" b="1" kern="1200">
        <a:solidFill>
          <a:srgbClr val="000000"/>
        </a:solidFill>
        <a:latin typeface="Arial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900" b="1" kern="1200">
        <a:solidFill>
          <a:srgbClr val="000000"/>
        </a:solidFill>
        <a:latin typeface="Arial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900" b="1" kern="1200">
        <a:solidFill>
          <a:srgbClr val="000000"/>
        </a:solidFill>
        <a:latin typeface="Arial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900" b="1" kern="1200">
        <a:solidFill>
          <a:srgbClr val="000000"/>
        </a:solidFill>
        <a:latin typeface="Arial" pitchFamily="34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99"/>
    <a:srgbClr val="FFE6B3"/>
    <a:srgbClr val="FFCC66"/>
    <a:srgbClr val="CDF4F3"/>
    <a:srgbClr val="97CCCD"/>
    <a:srgbClr val="BADEA6"/>
    <a:srgbClr val="6699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1014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63315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lnSpc>
        <a:spcPct val="89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1pPr>
    <a:lvl2pPr marL="457200" algn="l" rtl="0" eaLnBrk="0" fontAlgn="base" hangingPunct="0">
      <a:lnSpc>
        <a:spcPct val="89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algn="l" rtl="0" eaLnBrk="0" fontAlgn="base" hangingPunct="0">
      <a:lnSpc>
        <a:spcPct val="89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371600" algn="l" rtl="0" eaLnBrk="0" fontAlgn="base" hangingPunct="0">
      <a:lnSpc>
        <a:spcPct val="89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1828800" algn="l" rtl="0" eaLnBrk="0" fontAlgn="base" hangingPunct="0">
      <a:lnSpc>
        <a:spcPct val="89000"/>
      </a:lnSpc>
      <a:spcBef>
        <a:spcPct val="4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 vert="horz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771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158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5607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26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228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382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0105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 vert="horz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25344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35292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73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99250" y="669925"/>
            <a:ext cx="2139950" cy="54562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77813" y="669925"/>
            <a:ext cx="6269037" cy="54562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407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114300" y="104775"/>
            <a:ext cx="8915400" cy="6629400"/>
          </a:xfrm>
          <a:prstGeom prst="rect">
            <a:avLst/>
          </a:prstGeom>
          <a:solidFill>
            <a:srgbClr val="FFE6B3"/>
          </a:solidFill>
          <a:ln w="19050">
            <a:solidFill>
              <a:srgbClr val="0066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588" tIns="65088" rIns="128588" bIns="65088" anchor="ctr"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77813" y="669925"/>
            <a:ext cx="85613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Slide Title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1" fontAlgn="base" hangingPunct="1">
        <a:lnSpc>
          <a:spcPct val="89000"/>
        </a:lnSpc>
        <a:spcBef>
          <a:spcPct val="0"/>
        </a:spcBef>
        <a:spcAft>
          <a:spcPct val="0"/>
        </a:spcAft>
        <a:defRPr sz="2400" b="1">
          <a:solidFill>
            <a:srgbClr val="006699"/>
          </a:solidFill>
          <a:latin typeface="+mj-lt"/>
          <a:ea typeface="+mj-ea"/>
          <a:cs typeface="+mj-cs"/>
        </a:defRPr>
      </a:lvl1pPr>
      <a:lvl2pPr algn="ctr" rtl="0" eaLnBrk="1" fontAlgn="base" hangingPunct="1">
        <a:lnSpc>
          <a:spcPct val="89000"/>
        </a:lnSpc>
        <a:spcBef>
          <a:spcPct val="0"/>
        </a:spcBef>
        <a:spcAft>
          <a:spcPct val="0"/>
        </a:spcAft>
        <a:defRPr sz="2400" b="1">
          <a:solidFill>
            <a:srgbClr val="006699"/>
          </a:solidFill>
          <a:latin typeface="Verdana" charset="0"/>
          <a:ea typeface="ＭＳ Ｐゴシック" charset="0"/>
        </a:defRPr>
      </a:lvl2pPr>
      <a:lvl3pPr algn="ctr" rtl="0" eaLnBrk="1" fontAlgn="base" hangingPunct="1">
        <a:lnSpc>
          <a:spcPct val="89000"/>
        </a:lnSpc>
        <a:spcBef>
          <a:spcPct val="0"/>
        </a:spcBef>
        <a:spcAft>
          <a:spcPct val="0"/>
        </a:spcAft>
        <a:defRPr sz="2400" b="1">
          <a:solidFill>
            <a:srgbClr val="006699"/>
          </a:solidFill>
          <a:latin typeface="Verdana" charset="0"/>
          <a:ea typeface="ＭＳ Ｐゴシック" charset="0"/>
        </a:defRPr>
      </a:lvl3pPr>
      <a:lvl4pPr algn="ctr" rtl="0" eaLnBrk="1" fontAlgn="base" hangingPunct="1">
        <a:lnSpc>
          <a:spcPct val="89000"/>
        </a:lnSpc>
        <a:spcBef>
          <a:spcPct val="0"/>
        </a:spcBef>
        <a:spcAft>
          <a:spcPct val="0"/>
        </a:spcAft>
        <a:defRPr sz="2400" b="1">
          <a:solidFill>
            <a:srgbClr val="006699"/>
          </a:solidFill>
          <a:latin typeface="Verdana" charset="0"/>
          <a:ea typeface="ＭＳ Ｐゴシック" charset="0"/>
        </a:defRPr>
      </a:lvl4pPr>
      <a:lvl5pPr algn="ctr" rtl="0" eaLnBrk="1" fontAlgn="base" hangingPunct="1">
        <a:lnSpc>
          <a:spcPct val="89000"/>
        </a:lnSpc>
        <a:spcBef>
          <a:spcPct val="0"/>
        </a:spcBef>
        <a:spcAft>
          <a:spcPct val="0"/>
        </a:spcAft>
        <a:defRPr sz="2400" b="1">
          <a:solidFill>
            <a:srgbClr val="006699"/>
          </a:solidFill>
          <a:latin typeface="Verdana" charset="0"/>
          <a:ea typeface="ＭＳ Ｐゴシック" charset="0"/>
        </a:defRPr>
      </a:lvl5pPr>
      <a:lvl6pPr marL="457200" algn="ctr" rtl="0" eaLnBrk="1" fontAlgn="base" hangingPunct="1">
        <a:lnSpc>
          <a:spcPct val="89000"/>
        </a:lnSpc>
        <a:spcBef>
          <a:spcPct val="0"/>
        </a:spcBef>
        <a:spcAft>
          <a:spcPct val="0"/>
        </a:spcAft>
        <a:defRPr sz="2400" b="1">
          <a:solidFill>
            <a:srgbClr val="006699"/>
          </a:solidFill>
          <a:latin typeface="Verdana" charset="0"/>
          <a:ea typeface="ＭＳ Ｐゴシック" charset="0"/>
        </a:defRPr>
      </a:lvl6pPr>
      <a:lvl7pPr marL="914400" algn="ctr" rtl="0" eaLnBrk="1" fontAlgn="base" hangingPunct="1">
        <a:lnSpc>
          <a:spcPct val="89000"/>
        </a:lnSpc>
        <a:spcBef>
          <a:spcPct val="0"/>
        </a:spcBef>
        <a:spcAft>
          <a:spcPct val="0"/>
        </a:spcAft>
        <a:defRPr sz="2400" b="1">
          <a:solidFill>
            <a:srgbClr val="006699"/>
          </a:solidFill>
          <a:latin typeface="Verdana" charset="0"/>
          <a:ea typeface="ＭＳ Ｐゴシック" charset="0"/>
        </a:defRPr>
      </a:lvl7pPr>
      <a:lvl8pPr marL="1371600" algn="ctr" rtl="0" eaLnBrk="1" fontAlgn="base" hangingPunct="1">
        <a:lnSpc>
          <a:spcPct val="89000"/>
        </a:lnSpc>
        <a:spcBef>
          <a:spcPct val="0"/>
        </a:spcBef>
        <a:spcAft>
          <a:spcPct val="0"/>
        </a:spcAft>
        <a:defRPr sz="2400" b="1">
          <a:solidFill>
            <a:srgbClr val="006699"/>
          </a:solidFill>
          <a:latin typeface="Verdana" charset="0"/>
          <a:ea typeface="ＭＳ Ｐゴシック" charset="0"/>
        </a:defRPr>
      </a:lvl8pPr>
      <a:lvl9pPr marL="1828800" algn="ctr" rtl="0" eaLnBrk="1" fontAlgn="base" hangingPunct="1">
        <a:lnSpc>
          <a:spcPct val="89000"/>
        </a:lnSpc>
        <a:spcBef>
          <a:spcPct val="0"/>
        </a:spcBef>
        <a:spcAft>
          <a:spcPct val="0"/>
        </a:spcAft>
        <a:defRPr sz="2400" b="1">
          <a:solidFill>
            <a:srgbClr val="006699"/>
          </a:solidFill>
          <a:latin typeface="Verdana" charset="0"/>
          <a:ea typeface="ＭＳ Ｐゴシック" charset="0"/>
        </a:defRPr>
      </a:lvl9pPr>
    </p:titleStyle>
    <p:bodyStyle>
      <a:lvl1pPr marL="342900" indent="-342900" algn="l" rtl="0" eaLnBrk="1" fontAlgn="base" hangingPunct="1">
        <a:spcBef>
          <a:spcPct val="4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40000"/>
        </a:spcBef>
        <a:spcAft>
          <a:spcPct val="0"/>
        </a:spcAft>
        <a:buChar char="–"/>
        <a:defRPr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hangingPunct="1">
        <a:spcBef>
          <a:spcPct val="40000"/>
        </a:spcBef>
        <a:spcAft>
          <a:spcPct val="0"/>
        </a:spcAft>
        <a:defRPr b="1" i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hangingPunct="1">
        <a:spcBef>
          <a:spcPct val="40000"/>
        </a:spcBef>
        <a:spcAft>
          <a:spcPct val="0"/>
        </a:spcAft>
        <a:buChar char="•"/>
        <a:defRPr sz="14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40000"/>
        </a:spcBef>
        <a:spcAft>
          <a:spcPct val="0"/>
        </a:spcAft>
        <a:defRPr sz="1400" b="1" i="1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40000"/>
        </a:spcBef>
        <a:spcAft>
          <a:spcPct val="0"/>
        </a:spcAft>
        <a:defRPr sz="1400" b="1" i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40000"/>
        </a:spcBef>
        <a:spcAft>
          <a:spcPct val="0"/>
        </a:spcAft>
        <a:defRPr sz="1400" b="1" i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40000"/>
        </a:spcBef>
        <a:spcAft>
          <a:spcPct val="0"/>
        </a:spcAft>
        <a:defRPr sz="1400" b="1" i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40000"/>
        </a:spcBef>
        <a:spcAft>
          <a:spcPct val="0"/>
        </a:spcAft>
        <a:defRPr sz="1400" b="1" 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3"/>
          <p:cNvSpPr>
            <a:spLocks noChangeArrowheads="1"/>
          </p:cNvSpPr>
          <p:nvPr/>
        </p:nvSpPr>
        <p:spPr bwMode="auto">
          <a:xfrm>
            <a:off x="906463" y="1501775"/>
            <a:ext cx="7302500" cy="448310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t"/>
          <a:lstStyle/>
          <a:p>
            <a:pPr fontAlgn="ctr">
              <a:defRPr/>
            </a:pPr>
            <a:r>
              <a:rPr lang="en-US" smtClean="0"/>
              <a:t>Timeline Title</a:t>
            </a:r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906463" y="1501775"/>
            <a:ext cx="596900" cy="444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 sz="1200" dirty="0" smtClean="0">
                <a:solidFill>
                  <a:srgbClr val="006699"/>
                </a:solidFill>
                <a:latin typeface="Verdana" charset="0"/>
                <a:ea typeface="ＭＳ Ｐゴシック" charset="0"/>
              </a:rPr>
              <a:t>year</a:t>
            </a:r>
            <a:endParaRPr lang="en-US" sz="1200" dirty="0">
              <a:solidFill>
                <a:srgbClr val="006699"/>
              </a:solidFill>
              <a:latin typeface="Verdana" charset="0"/>
              <a:ea typeface="ＭＳ Ｐゴシック" charset="0"/>
            </a:endParaRPr>
          </a:p>
        </p:txBody>
      </p:sp>
      <p:sp>
        <p:nvSpPr>
          <p:cNvPr id="11269" name="Rectangle 5"/>
          <p:cNvSpPr>
            <a:spLocks noChangeArrowheads="1"/>
          </p:cNvSpPr>
          <p:nvPr/>
        </p:nvSpPr>
        <p:spPr bwMode="auto">
          <a:xfrm>
            <a:off x="1516063" y="1501775"/>
            <a:ext cx="596900" cy="444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 sz="1200" dirty="0" smtClean="0">
                <a:solidFill>
                  <a:srgbClr val="006699"/>
                </a:solidFill>
                <a:latin typeface="Verdana" charset="0"/>
                <a:ea typeface="ＭＳ Ｐゴシック" charset="0"/>
              </a:rPr>
              <a:t>year</a:t>
            </a:r>
            <a:endParaRPr lang="en-US" sz="1200" dirty="0">
              <a:solidFill>
                <a:srgbClr val="006699"/>
              </a:solidFill>
              <a:latin typeface="Verdana" charset="0"/>
              <a:ea typeface="ＭＳ Ｐゴシック" charset="0"/>
            </a:endParaRPr>
          </a:p>
        </p:txBody>
      </p:sp>
      <p:sp>
        <p:nvSpPr>
          <p:cNvPr id="11270" name="Rectangle 6"/>
          <p:cNvSpPr>
            <a:spLocks noChangeArrowheads="1"/>
          </p:cNvSpPr>
          <p:nvPr/>
        </p:nvSpPr>
        <p:spPr bwMode="auto">
          <a:xfrm>
            <a:off x="2125663" y="1501775"/>
            <a:ext cx="596900" cy="444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 sz="1200" dirty="0" smtClean="0">
                <a:solidFill>
                  <a:srgbClr val="006699"/>
                </a:solidFill>
                <a:latin typeface="Verdana" charset="0"/>
                <a:ea typeface="ＭＳ Ｐゴシック" charset="0"/>
              </a:rPr>
              <a:t>year</a:t>
            </a:r>
            <a:endParaRPr lang="en-US" sz="1200" dirty="0">
              <a:solidFill>
                <a:srgbClr val="006699"/>
              </a:solidFill>
              <a:latin typeface="Verdana" charset="0"/>
              <a:ea typeface="ＭＳ Ｐゴシック" charset="0"/>
            </a:endParaRPr>
          </a:p>
        </p:txBody>
      </p:sp>
      <p:sp>
        <p:nvSpPr>
          <p:cNvPr id="11271" name="Rectangle 7"/>
          <p:cNvSpPr>
            <a:spLocks noChangeArrowheads="1"/>
          </p:cNvSpPr>
          <p:nvPr/>
        </p:nvSpPr>
        <p:spPr bwMode="auto">
          <a:xfrm>
            <a:off x="2735263" y="1501775"/>
            <a:ext cx="596900" cy="444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 sz="1200" dirty="0" smtClean="0">
                <a:solidFill>
                  <a:srgbClr val="006699"/>
                </a:solidFill>
                <a:latin typeface="Verdana" charset="0"/>
                <a:ea typeface="ＭＳ Ｐゴシック" charset="0"/>
              </a:rPr>
              <a:t>year</a:t>
            </a:r>
            <a:endParaRPr lang="en-US" sz="1200" dirty="0">
              <a:solidFill>
                <a:srgbClr val="006699"/>
              </a:solidFill>
              <a:latin typeface="Verdana" charset="0"/>
              <a:ea typeface="ＭＳ Ｐゴシック" charset="0"/>
            </a:endParaRPr>
          </a:p>
        </p:txBody>
      </p:sp>
      <p:sp>
        <p:nvSpPr>
          <p:cNvPr id="11272" name="Rectangle 8"/>
          <p:cNvSpPr>
            <a:spLocks noChangeArrowheads="1"/>
          </p:cNvSpPr>
          <p:nvPr/>
        </p:nvSpPr>
        <p:spPr bwMode="auto">
          <a:xfrm>
            <a:off x="3344863" y="1501775"/>
            <a:ext cx="596900" cy="444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 sz="1200" dirty="0" smtClean="0">
                <a:solidFill>
                  <a:srgbClr val="006699"/>
                </a:solidFill>
                <a:latin typeface="Verdana" charset="0"/>
                <a:ea typeface="ＭＳ Ｐゴシック" charset="0"/>
              </a:rPr>
              <a:t>year</a:t>
            </a:r>
            <a:endParaRPr lang="en-US" sz="1200" dirty="0">
              <a:solidFill>
                <a:srgbClr val="006699"/>
              </a:solidFill>
              <a:latin typeface="Verdana" charset="0"/>
              <a:ea typeface="ＭＳ Ｐゴシック" charset="0"/>
            </a:endParaRPr>
          </a:p>
        </p:txBody>
      </p:sp>
      <p:sp>
        <p:nvSpPr>
          <p:cNvPr id="11273" name="Rectangle 9"/>
          <p:cNvSpPr>
            <a:spLocks noChangeArrowheads="1"/>
          </p:cNvSpPr>
          <p:nvPr/>
        </p:nvSpPr>
        <p:spPr bwMode="auto">
          <a:xfrm>
            <a:off x="3954463" y="1501775"/>
            <a:ext cx="596900" cy="444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 sz="1200" dirty="0" smtClean="0">
                <a:solidFill>
                  <a:srgbClr val="006699"/>
                </a:solidFill>
                <a:latin typeface="Verdana" charset="0"/>
                <a:ea typeface="ＭＳ Ｐゴシック" charset="0"/>
              </a:rPr>
              <a:t>month</a:t>
            </a:r>
            <a:endParaRPr lang="en-US" sz="1200" dirty="0">
              <a:solidFill>
                <a:srgbClr val="006699"/>
              </a:solidFill>
              <a:latin typeface="Verdana" charset="0"/>
              <a:ea typeface="ＭＳ Ｐゴシック" charset="0"/>
            </a:endParaRPr>
          </a:p>
        </p:txBody>
      </p:sp>
      <p:sp>
        <p:nvSpPr>
          <p:cNvPr id="11274" name="Rectangle 10"/>
          <p:cNvSpPr>
            <a:spLocks noChangeArrowheads="1"/>
          </p:cNvSpPr>
          <p:nvPr/>
        </p:nvSpPr>
        <p:spPr bwMode="auto">
          <a:xfrm>
            <a:off x="4564063" y="1501775"/>
            <a:ext cx="596900" cy="444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 sz="1200" dirty="0" smtClean="0">
                <a:solidFill>
                  <a:srgbClr val="006699"/>
                </a:solidFill>
                <a:latin typeface="Verdana" charset="0"/>
                <a:ea typeface="ＭＳ Ｐゴシック" charset="0"/>
              </a:rPr>
              <a:t>month</a:t>
            </a:r>
            <a:endParaRPr lang="en-US" sz="1200" dirty="0">
              <a:solidFill>
                <a:srgbClr val="006699"/>
              </a:solidFill>
              <a:latin typeface="Verdana" charset="0"/>
              <a:ea typeface="ＭＳ Ｐゴシック" charset="0"/>
            </a:endParaRPr>
          </a:p>
        </p:txBody>
      </p:sp>
      <p:sp>
        <p:nvSpPr>
          <p:cNvPr id="11275" name="Rectangle 11"/>
          <p:cNvSpPr>
            <a:spLocks noChangeArrowheads="1"/>
          </p:cNvSpPr>
          <p:nvPr/>
        </p:nvSpPr>
        <p:spPr bwMode="auto">
          <a:xfrm>
            <a:off x="5173663" y="1501775"/>
            <a:ext cx="596900" cy="444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 sz="1200" dirty="0" smtClean="0">
                <a:solidFill>
                  <a:srgbClr val="006699"/>
                </a:solidFill>
                <a:latin typeface="Verdana" charset="0"/>
                <a:ea typeface="ＭＳ Ｐゴシック" charset="0"/>
              </a:rPr>
              <a:t>month</a:t>
            </a:r>
            <a:endParaRPr lang="en-US" sz="1200" dirty="0">
              <a:solidFill>
                <a:srgbClr val="006699"/>
              </a:solidFill>
              <a:latin typeface="Verdana" charset="0"/>
              <a:ea typeface="ＭＳ Ｐゴシック" charset="0"/>
            </a:endParaRPr>
          </a:p>
        </p:txBody>
      </p:sp>
      <p:sp>
        <p:nvSpPr>
          <p:cNvPr id="11276" name="Rectangle 12"/>
          <p:cNvSpPr>
            <a:spLocks noChangeArrowheads="1"/>
          </p:cNvSpPr>
          <p:nvPr/>
        </p:nvSpPr>
        <p:spPr bwMode="auto">
          <a:xfrm>
            <a:off x="5783263" y="1501775"/>
            <a:ext cx="596900" cy="444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 sz="1200" dirty="0" smtClean="0">
                <a:solidFill>
                  <a:srgbClr val="006699"/>
                </a:solidFill>
                <a:latin typeface="Verdana" charset="0"/>
                <a:ea typeface="ＭＳ Ｐゴシック" charset="0"/>
              </a:rPr>
              <a:t>month</a:t>
            </a:r>
            <a:endParaRPr lang="en-US" sz="1200" dirty="0">
              <a:solidFill>
                <a:srgbClr val="006699"/>
              </a:solidFill>
              <a:latin typeface="Verdana" charset="0"/>
              <a:ea typeface="ＭＳ Ｐゴシック" charset="0"/>
            </a:endParaRPr>
          </a:p>
        </p:txBody>
      </p:sp>
      <p:sp>
        <p:nvSpPr>
          <p:cNvPr id="11277" name="Rectangle 13"/>
          <p:cNvSpPr>
            <a:spLocks noChangeArrowheads="1"/>
          </p:cNvSpPr>
          <p:nvPr/>
        </p:nvSpPr>
        <p:spPr bwMode="auto">
          <a:xfrm>
            <a:off x="6392863" y="1501775"/>
            <a:ext cx="596900" cy="444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 sz="1200" dirty="0" smtClean="0">
                <a:solidFill>
                  <a:srgbClr val="006699"/>
                </a:solidFill>
                <a:latin typeface="Verdana" charset="0"/>
                <a:ea typeface="ＭＳ Ｐゴシック" charset="0"/>
              </a:rPr>
              <a:t>month</a:t>
            </a:r>
            <a:endParaRPr lang="en-US" sz="1200" dirty="0">
              <a:solidFill>
                <a:srgbClr val="006699"/>
              </a:solidFill>
              <a:latin typeface="Verdana" charset="0"/>
              <a:ea typeface="ＭＳ Ｐゴシック" charset="0"/>
            </a:endParaRPr>
          </a:p>
        </p:txBody>
      </p:sp>
      <p:sp>
        <p:nvSpPr>
          <p:cNvPr id="11278" name="Rectangle 14"/>
          <p:cNvSpPr>
            <a:spLocks noChangeArrowheads="1"/>
          </p:cNvSpPr>
          <p:nvPr/>
        </p:nvSpPr>
        <p:spPr bwMode="auto">
          <a:xfrm>
            <a:off x="7002463" y="1501775"/>
            <a:ext cx="596900" cy="444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 sz="1200" dirty="0" smtClean="0">
                <a:solidFill>
                  <a:srgbClr val="006699"/>
                </a:solidFill>
                <a:latin typeface="Verdana" charset="0"/>
                <a:ea typeface="ＭＳ Ｐゴシック" charset="0"/>
              </a:rPr>
              <a:t>month</a:t>
            </a:r>
            <a:endParaRPr lang="en-US" sz="1200" dirty="0">
              <a:solidFill>
                <a:srgbClr val="006699"/>
              </a:solidFill>
              <a:latin typeface="Verdana" charset="0"/>
              <a:ea typeface="ＭＳ Ｐゴシック" charset="0"/>
            </a:endParaRPr>
          </a:p>
        </p:txBody>
      </p:sp>
      <p:sp>
        <p:nvSpPr>
          <p:cNvPr id="11279" name="Rectangle 15"/>
          <p:cNvSpPr>
            <a:spLocks noChangeArrowheads="1"/>
          </p:cNvSpPr>
          <p:nvPr/>
        </p:nvSpPr>
        <p:spPr bwMode="auto">
          <a:xfrm>
            <a:off x="7612063" y="1501775"/>
            <a:ext cx="596900" cy="444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>
              <a:defRPr/>
            </a:pPr>
            <a:r>
              <a:rPr lang="en-US" sz="1200" dirty="0" smtClean="0">
                <a:solidFill>
                  <a:srgbClr val="006699"/>
                </a:solidFill>
                <a:latin typeface="Verdana" charset="0"/>
                <a:ea typeface="ＭＳ Ｐゴシック" charset="0"/>
              </a:rPr>
              <a:t>month</a:t>
            </a:r>
            <a:endParaRPr lang="en-US" sz="1200" dirty="0">
              <a:solidFill>
                <a:srgbClr val="006699"/>
              </a:solidFill>
              <a:latin typeface="Verdana" charset="0"/>
              <a:ea typeface="ＭＳ Ｐゴシック" charset="0"/>
            </a:endParaRPr>
          </a:p>
        </p:txBody>
      </p:sp>
      <p:sp>
        <p:nvSpPr>
          <p:cNvPr id="11280" name="Line 16"/>
          <p:cNvSpPr>
            <a:spLocks noChangeShapeType="1"/>
          </p:cNvSpPr>
          <p:nvPr/>
        </p:nvSpPr>
        <p:spPr bwMode="auto">
          <a:xfrm>
            <a:off x="900113" y="1952625"/>
            <a:ext cx="7315200" cy="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11281" name="Line 17"/>
          <p:cNvSpPr>
            <a:spLocks noChangeShapeType="1"/>
          </p:cNvSpPr>
          <p:nvPr/>
        </p:nvSpPr>
        <p:spPr bwMode="auto">
          <a:xfrm>
            <a:off x="1509713" y="1495425"/>
            <a:ext cx="0" cy="4495800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11282" name="Line 18"/>
          <p:cNvSpPr>
            <a:spLocks noChangeShapeType="1"/>
          </p:cNvSpPr>
          <p:nvPr/>
        </p:nvSpPr>
        <p:spPr bwMode="auto">
          <a:xfrm>
            <a:off x="2119313" y="1495425"/>
            <a:ext cx="0" cy="4495800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11283" name="Line 19"/>
          <p:cNvSpPr>
            <a:spLocks noChangeShapeType="1"/>
          </p:cNvSpPr>
          <p:nvPr/>
        </p:nvSpPr>
        <p:spPr bwMode="auto">
          <a:xfrm>
            <a:off x="2728913" y="1495425"/>
            <a:ext cx="0" cy="4495800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11284" name="Line 20"/>
          <p:cNvSpPr>
            <a:spLocks noChangeShapeType="1"/>
          </p:cNvSpPr>
          <p:nvPr/>
        </p:nvSpPr>
        <p:spPr bwMode="auto">
          <a:xfrm>
            <a:off x="3338513" y="1495425"/>
            <a:ext cx="0" cy="4495800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11285" name="Line 21"/>
          <p:cNvSpPr>
            <a:spLocks noChangeShapeType="1"/>
          </p:cNvSpPr>
          <p:nvPr/>
        </p:nvSpPr>
        <p:spPr bwMode="auto">
          <a:xfrm>
            <a:off x="3948113" y="1495425"/>
            <a:ext cx="0" cy="4495800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11286" name="Line 22"/>
          <p:cNvSpPr>
            <a:spLocks noChangeShapeType="1"/>
          </p:cNvSpPr>
          <p:nvPr/>
        </p:nvSpPr>
        <p:spPr bwMode="auto">
          <a:xfrm>
            <a:off x="4557713" y="1495425"/>
            <a:ext cx="0" cy="4495800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11287" name="Line 23"/>
          <p:cNvSpPr>
            <a:spLocks noChangeShapeType="1"/>
          </p:cNvSpPr>
          <p:nvPr/>
        </p:nvSpPr>
        <p:spPr bwMode="auto">
          <a:xfrm>
            <a:off x="5167313" y="1495425"/>
            <a:ext cx="0" cy="4495800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11288" name="Line 24"/>
          <p:cNvSpPr>
            <a:spLocks noChangeShapeType="1"/>
          </p:cNvSpPr>
          <p:nvPr/>
        </p:nvSpPr>
        <p:spPr bwMode="auto">
          <a:xfrm>
            <a:off x="5776913" y="1495425"/>
            <a:ext cx="0" cy="4495800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11289" name="Line 25"/>
          <p:cNvSpPr>
            <a:spLocks noChangeShapeType="1"/>
          </p:cNvSpPr>
          <p:nvPr/>
        </p:nvSpPr>
        <p:spPr bwMode="auto">
          <a:xfrm>
            <a:off x="6386513" y="1495425"/>
            <a:ext cx="0" cy="4495800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11290" name="Line 26"/>
          <p:cNvSpPr>
            <a:spLocks noChangeShapeType="1"/>
          </p:cNvSpPr>
          <p:nvPr/>
        </p:nvSpPr>
        <p:spPr bwMode="auto">
          <a:xfrm>
            <a:off x="6996113" y="1495425"/>
            <a:ext cx="0" cy="4495800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11291" name="Line 27"/>
          <p:cNvSpPr>
            <a:spLocks noChangeShapeType="1"/>
          </p:cNvSpPr>
          <p:nvPr/>
        </p:nvSpPr>
        <p:spPr bwMode="auto">
          <a:xfrm>
            <a:off x="7605713" y="1495425"/>
            <a:ext cx="0" cy="4495800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11293" name="AutoShape 29"/>
          <p:cNvSpPr>
            <a:spLocks noChangeArrowheads="1"/>
          </p:cNvSpPr>
          <p:nvPr/>
        </p:nvSpPr>
        <p:spPr bwMode="auto">
          <a:xfrm>
            <a:off x="1143000" y="2257425"/>
            <a:ext cx="1981200" cy="274638"/>
          </a:xfrm>
          <a:prstGeom prst="homePlate">
            <a:avLst>
              <a:gd name="adj" fmla="val 61852"/>
            </a:avLst>
          </a:prstGeom>
          <a:gradFill rotWithShape="1">
            <a:gsLst>
              <a:gs pos="0">
                <a:srgbClr val="FFCC66">
                  <a:gamma/>
                  <a:tint val="0"/>
                  <a:invGamma/>
                </a:srgbClr>
              </a:gs>
              <a:gs pos="100000">
                <a:srgbClr val="FFCC66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588" tIns="65088" rIns="128588" bIns="65088" anchor="ctr"/>
          <a:lstStyle/>
          <a:p>
            <a:pPr algn="l" defTabSz="1279525">
              <a:defRPr/>
            </a:pPr>
            <a:r>
              <a:rPr lang="en-US">
                <a:solidFill>
                  <a:srgbClr val="006699"/>
                </a:solidFill>
                <a:latin typeface="Verdana" charset="0"/>
                <a:ea typeface="ＭＳ Ｐゴシック" charset="0"/>
              </a:rPr>
              <a:t>- Sample Text</a:t>
            </a:r>
          </a:p>
        </p:txBody>
      </p:sp>
      <p:sp>
        <p:nvSpPr>
          <p:cNvPr id="11295" name="AutoShape 31"/>
          <p:cNvSpPr>
            <a:spLocks noChangeArrowheads="1"/>
          </p:cNvSpPr>
          <p:nvPr/>
        </p:nvSpPr>
        <p:spPr bwMode="auto">
          <a:xfrm>
            <a:off x="2819400" y="3792538"/>
            <a:ext cx="2209800" cy="274637"/>
          </a:xfrm>
          <a:prstGeom prst="homePlate">
            <a:avLst>
              <a:gd name="adj" fmla="val 65897"/>
            </a:avLst>
          </a:prstGeom>
          <a:gradFill rotWithShape="1">
            <a:gsLst>
              <a:gs pos="0">
                <a:srgbClr val="FFCC66">
                  <a:gamma/>
                  <a:tint val="0"/>
                  <a:invGamma/>
                </a:srgbClr>
              </a:gs>
              <a:gs pos="100000">
                <a:srgbClr val="FFCC66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588" tIns="65088" rIns="128588" bIns="65088" anchor="ctr"/>
          <a:lstStyle/>
          <a:p>
            <a:pPr algn="l">
              <a:defRPr/>
            </a:pPr>
            <a:r>
              <a:rPr lang="en-US">
                <a:solidFill>
                  <a:srgbClr val="006699"/>
                </a:solidFill>
                <a:latin typeface="Verdana" charset="0"/>
                <a:ea typeface="ＭＳ Ｐゴシック" charset="0"/>
              </a:rPr>
              <a:t>- Sample Text</a:t>
            </a:r>
          </a:p>
        </p:txBody>
      </p:sp>
      <p:sp>
        <p:nvSpPr>
          <p:cNvPr id="11296" name="AutoShape 32"/>
          <p:cNvSpPr>
            <a:spLocks noChangeArrowheads="1"/>
          </p:cNvSpPr>
          <p:nvPr/>
        </p:nvSpPr>
        <p:spPr bwMode="auto">
          <a:xfrm>
            <a:off x="4724400" y="4548188"/>
            <a:ext cx="1981200" cy="274637"/>
          </a:xfrm>
          <a:prstGeom prst="homePlate">
            <a:avLst>
              <a:gd name="adj" fmla="val 58947"/>
            </a:avLst>
          </a:prstGeom>
          <a:gradFill rotWithShape="1">
            <a:gsLst>
              <a:gs pos="0">
                <a:srgbClr val="FFCC66">
                  <a:gamma/>
                  <a:tint val="0"/>
                  <a:invGamma/>
                </a:srgbClr>
              </a:gs>
              <a:gs pos="100000">
                <a:srgbClr val="FFCC66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l">
              <a:defRPr/>
            </a:pPr>
            <a:r>
              <a:rPr lang="en-US">
                <a:solidFill>
                  <a:srgbClr val="006699"/>
                </a:solidFill>
                <a:latin typeface="Verdana" charset="0"/>
                <a:ea typeface="ＭＳ Ｐゴシック" charset="0"/>
              </a:rPr>
              <a:t>- Sample Text</a:t>
            </a:r>
          </a:p>
        </p:txBody>
      </p:sp>
      <p:sp>
        <p:nvSpPr>
          <p:cNvPr id="11301" name="Rectangle 37"/>
          <p:cNvSpPr>
            <a:spLocks noChangeArrowheads="1"/>
          </p:cNvSpPr>
          <p:nvPr/>
        </p:nvSpPr>
        <p:spPr bwMode="auto">
          <a:xfrm flipH="1">
            <a:off x="6819900" y="5610225"/>
            <a:ext cx="7620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92075" tIns="46038" rIns="92075" bIns="46038" anchor="ctr"/>
          <a:lstStyle/>
          <a:p>
            <a:pPr algn="l">
              <a:defRPr/>
            </a:pPr>
            <a:r>
              <a:rPr lang="en-US" sz="1000">
                <a:solidFill>
                  <a:srgbClr val="006699"/>
                </a:solidFill>
                <a:latin typeface="Verdana" charset="0"/>
                <a:ea typeface="ＭＳ Ｐゴシック" charset="0"/>
              </a:rPr>
              <a:t>On time!</a:t>
            </a:r>
          </a:p>
        </p:txBody>
      </p:sp>
      <p:sp>
        <p:nvSpPr>
          <p:cNvPr id="11305" name="AutoShape 41"/>
          <p:cNvSpPr>
            <a:spLocks noChangeArrowheads="1"/>
          </p:cNvSpPr>
          <p:nvPr/>
        </p:nvSpPr>
        <p:spPr bwMode="auto">
          <a:xfrm>
            <a:off x="7010400" y="5305425"/>
            <a:ext cx="304800" cy="304800"/>
          </a:xfrm>
          <a:prstGeom prst="diamond">
            <a:avLst/>
          </a:prstGeom>
          <a:solidFill>
            <a:srgbClr val="FFCC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588" tIns="65088" rIns="128588" bIns="65088" anchor="ctr"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11308" name="Line 44"/>
          <p:cNvSpPr>
            <a:spLocks noChangeShapeType="1"/>
          </p:cNvSpPr>
          <p:nvPr/>
        </p:nvSpPr>
        <p:spPr bwMode="auto">
          <a:xfrm>
            <a:off x="914400" y="1924050"/>
            <a:ext cx="7304088" cy="0"/>
          </a:xfrm>
          <a:prstGeom prst="line">
            <a:avLst/>
          </a:prstGeom>
          <a:noFill/>
          <a:ln w="19050">
            <a:solidFill>
              <a:srgbClr val="0066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588" tIns="65088" rIns="128588" bIns="65088" anchor="ctr"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11307" name="Rectangle 43"/>
          <p:cNvSpPr>
            <a:spLocks noChangeArrowheads="1"/>
          </p:cNvSpPr>
          <p:nvPr/>
        </p:nvSpPr>
        <p:spPr bwMode="auto">
          <a:xfrm>
            <a:off x="906463" y="1501775"/>
            <a:ext cx="7302500" cy="4483100"/>
          </a:xfrm>
          <a:prstGeom prst="rect">
            <a:avLst/>
          </a:prstGeom>
          <a:noFill/>
          <a:ln w="6350">
            <a:solidFill>
              <a:srgbClr val="0066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  <p:sp>
        <p:nvSpPr>
          <p:cNvPr id="11312" name="AutoShape 48"/>
          <p:cNvSpPr>
            <a:spLocks noChangeArrowheads="1"/>
          </p:cNvSpPr>
          <p:nvPr/>
        </p:nvSpPr>
        <p:spPr bwMode="auto">
          <a:xfrm>
            <a:off x="2876550" y="3048000"/>
            <a:ext cx="304800" cy="304800"/>
          </a:xfrm>
          <a:prstGeom prst="diamond">
            <a:avLst/>
          </a:prstGeom>
          <a:solidFill>
            <a:srgbClr val="FFCC6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63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128588" tIns="65088" rIns="128588" bIns="65088" anchor="ctr"/>
          <a:lstStyle/>
          <a:p>
            <a:pPr>
              <a:defRPr/>
            </a:pPr>
            <a:endParaRPr lang="en-US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  <p:transition spd="slow" advTm="0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-Twelve-Month-Timeline-Template">
  <a:themeElements>
    <a:clrScheme name="">
      <a:dk1>
        <a:srgbClr val="000000"/>
      </a:dk1>
      <a:lt1>
        <a:srgbClr val="008080"/>
      </a:lt1>
      <a:dk2>
        <a:srgbClr val="008080"/>
      </a:dk2>
      <a:lt2>
        <a:srgbClr val="004040"/>
      </a:lt2>
      <a:accent1>
        <a:srgbClr val="FFFFFF"/>
      </a:accent1>
      <a:accent2>
        <a:srgbClr val="FCFEB9"/>
      </a:accent2>
      <a:accent3>
        <a:srgbClr val="AAC0C0"/>
      </a:accent3>
      <a:accent4>
        <a:srgbClr val="000000"/>
      </a:accent4>
      <a:accent5>
        <a:srgbClr val="FFFFFF"/>
      </a:accent5>
      <a:accent6>
        <a:srgbClr val="E4E6A7"/>
      </a:accent6>
      <a:hlink>
        <a:srgbClr val="00B7A5"/>
      </a:hlink>
      <a:folHlink>
        <a:srgbClr val="618FFD"/>
      </a:folHlink>
    </a:clrScheme>
    <a:fontScheme name="Office Theme">
      <a:majorFont>
        <a:latin typeface="Verdana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2"/>
        </a:solidFill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128588" tIns="65088" rIns="128588" bIns="65088" numCol="1" anchor="ctr" anchorCtr="0" compatLnSpc="1">
        <a:prstTxWarp prst="textNoShape">
          <a:avLst/>
        </a:prstTxWarp>
      </a:bodyPr>
      <a:lstStyle>
        <a:defPPr marL="0" marR="0" indent="0" algn="ctr" defTabSz="1279525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900" b="1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2"/>
        </a:solidFill>
        <a:ln w="127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128588" tIns="65088" rIns="128588" bIns="65088" numCol="1" anchor="ctr" anchorCtr="0" compatLnSpc="1">
        <a:prstTxWarp prst="textNoShape">
          <a:avLst/>
        </a:prstTxWarp>
      </a:bodyPr>
      <a:lstStyle>
        <a:defPPr marL="0" marR="0" indent="0" algn="ctr" defTabSz="1279525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900" b="1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3366FF"/>
        </a:accent1>
        <a:accent2>
          <a:srgbClr val="009900"/>
        </a:accent2>
        <a:accent3>
          <a:srgbClr val="FFFFFF"/>
        </a:accent3>
        <a:accent4>
          <a:srgbClr val="000000"/>
        </a:accent4>
        <a:accent5>
          <a:srgbClr val="ADB8FF"/>
        </a:accent5>
        <a:accent6>
          <a:srgbClr val="008A00"/>
        </a:accent6>
        <a:hlink>
          <a:srgbClr val="FF0033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Blank-Twelve-Month-Timeline-Template</Template>
  <TotalTime>1</TotalTime>
  <Words>26</Words>
  <Application>Microsoft Office PowerPoint</Application>
  <PresentationFormat>On-screen Show (4:3)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ＭＳ Ｐゴシック</vt:lpstr>
      <vt:lpstr>Arial</vt:lpstr>
      <vt:lpstr>Verdana</vt:lpstr>
      <vt:lpstr>Blank-Twelve-Month-Timeline-Template</vt:lpstr>
      <vt:lpstr>Timeline Title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Timeline Title</dc:title>
  <dc:creator>dugz</dc:creator>
  <cp:lastModifiedBy>user</cp:lastModifiedBy>
  <cp:revision>2</cp:revision>
  <dcterms:created xsi:type="dcterms:W3CDTF">2016-04-10T04:50:31Z</dcterms:created>
  <dcterms:modified xsi:type="dcterms:W3CDTF">2016-04-11T02:01:04Z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TC010162641033</vt:lpwstr>
  </property>
</Properties>
</file>