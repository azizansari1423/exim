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9" roundtripDataSignature="AMtx7mgDQK3OwTfF1zGAjZqlPf8wCrfS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152400" y="152401"/>
            <a:ext cx="5105400" cy="685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Calibri"/>
              <a:buNone/>
              <a:defRPr b="0" sz="3200" cap="none">
                <a:solidFill>
                  <a:srgbClr val="FFC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152400" y="838200"/>
            <a:ext cx="4648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320"/>
              </a:spcBef>
              <a:spcAft>
                <a:spcPts val="0"/>
              </a:spcAft>
              <a:buClr>
                <a:srgbClr val="FFC000"/>
              </a:buClr>
              <a:buSzPts val="1600"/>
              <a:buNone/>
              <a:defRPr b="0" sz="1600" cap="none">
                <a:solidFill>
                  <a:srgbClr val="FFC000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228600" y="381000"/>
            <a:ext cx="8610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4400"/>
              <a:buFont typeface="Calibri"/>
              <a:buNone/>
              <a:defRPr b="0" cap="none">
                <a:solidFill>
                  <a:srgbClr val="FFC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228600" y="2027237"/>
            <a:ext cx="8610600" cy="4068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32004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67056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idx="1" type="body"/>
          </p:nvPr>
        </p:nvSpPr>
        <p:spPr>
          <a:xfrm>
            <a:off x="457200" y="2103437"/>
            <a:ext cx="4038600" cy="4068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8"/>
          <p:cNvSpPr txBox="1"/>
          <p:nvPr>
            <p:ph idx="2" type="body"/>
          </p:nvPr>
        </p:nvSpPr>
        <p:spPr>
          <a:xfrm>
            <a:off x="4648200" y="2103437"/>
            <a:ext cx="4038600" cy="4068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8"/>
          <p:cNvSpPr txBox="1"/>
          <p:nvPr>
            <p:ph type="title"/>
          </p:nvPr>
        </p:nvSpPr>
        <p:spPr>
          <a:xfrm>
            <a:off x="228600" y="381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4400"/>
              <a:buFont typeface="Calibri"/>
              <a:buNone/>
              <a:defRPr b="0" cap="none">
                <a:solidFill>
                  <a:srgbClr val="FFC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idx="1" type="body"/>
          </p:nvPr>
        </p:nvSpPr>
        <p:spPr>
          <a:xfrm>
            <a:off x="457200" y="2027238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57200" y="2819400"/>
            <a:ext cx="4040188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9" name="Google Shape;39;p9"/>
          <p:cNvSpPr txBox="1"/>
          <p:nvPr>
            <p:ph idx="3" type="body"/>
          </p:nvPr>
        </p:nvSpPr>
        <p:spPr>
          <a:xfrm>
            <a:off x="4645025" y="2027238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9"/>
          <p:cNvSpPr txBox="1"/>
          <p:nvPr>
            <p:ph idx="4" type="body"/>
          </p:nvPr>
        </p:nvSpPr>
        <p:spPr>
          <a:xfrm>
            <a:off x="4645025" y="2819400"/>
            <a:ext cx="4041775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1" name="Google Shape;4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228600" y="381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4400"/>
              <a:buFont typeface="Calibri"/>
              <a:buNone/>
              <a:defRPr b="0" cap="none">
                <a:solidFill>
                  <a:srgbClr val="FFC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10"/>
          <p:cNvSpPr txBox="1"/>
          <p:nvPr>
            <p:ph type="title"/>
          </p:nvPr>
        </p:nvSpPr>
        <p:spPr>
          <a:xfrm>
            <a:off x="228600" y="381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4400"/>
              <a:buFont typeface="Calibri"/>
              <a:buNone/>
              <a:defRPr b="0" cap="none">
                <a:solidFill>
                  <a:srgbClr val="FFC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idx="1" type="body"/>
          </p:nvPr>
        </p:nvSpPr>
        <p:spPr>
          <a:xfrm rot="5400000">
            <a:off x="2423318" y="-167482"/>
            <a:ext cx="4221163" cy="86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14"/>
          <p:cNvSpPr txBox="1"/>
          <p:nvPr>
            <p:ph type="title"/>
          </p:nvPr>
        </p:nvSpPr>
        <p:spPr>
          <a:xfrm>
            <a:off x="228600" y="381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4400"/>
              <a:buFont typeface="Calibri"/>
              <a:buNone/>
              <a:defRPr b="0" cap="none">
                <a:solidFill>
                  <a:srgbClr val="FFC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228600" y="2027237"/>
            <a:ext cx="8610600" cy="4221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" y="228600"/>
            <a:ext cx="5105400" cy="685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4400"/>
              <a:buFont typeface="Calibri"/>
              <a:buNone/>
            </a:pPr>
            <a:r>
              <a:rPr b="1" lang="en-US" sz="4400"/>
              <a:t>Meledath Studio</a:t>
            </a:r>
            <a:endParaRPr b="1" sz="4400"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" y="838200"/>
            <a:ext cx="4648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600"/>
              <a:buNone/>
            </a:pPr>
            <a:r>
              <a:rPr lang="en-US"/>
              <a:t>My name</a:t>
            </a:r>
            <a:br>
              <a:rPr lang="en-US"/>
            </a:br>
            <a:r>
              <a:rPr lang="en-US"/>
              <a:t>contact information</a:t>
            </a:r>
            <a:br>
              <a:rPr lang="en-US"/>
            </a:br>
            <a:r>
              <a:rPr lang="en-US"/>
              <a:t>or project description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228600" y="381000"/>
            <a:ext cx="8610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228600" y="2027237"/>
            <a:ext cx="8610600" cy="4068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228600" y="381000"/>
            <a:ext cx="8610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4400"/>
              <a:buFont typeface="Calibri"/>
              <a:buNone/>
            </a:pPr>
            <a:r>
              <a:t/>
            </a:r>
            <a:endParaRPr b="1"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228600" y="2027237"/>
            <a:ext cx="8610600" cy="4068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2013-09-16T16:41:24Z</dcterms:created>
  <dc:creator>titans</dc:creator>
</cp:coreProperties>
</file>