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1" roundtripDataSignature="AMtx7mg2q9jKW+x/zzP0aQGTgH4SCbfu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601670" y="4251505"/>
            <a:ext cx="7940660" cy="610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D47A02"/>
              </a:buClr>
              <a:buSzPts val="2800"/>
              <a:buNone/>
              <a:defRPr b="0" i="0" sz="2800">
                <a:solidFill>
                  <a:srgbClr val="D47A02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601670" y="2724455"/>
            <a:ext cx="7940660" cy="15270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601670" y="433880"/>
            <a:ext cx="7940660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47A02"/>
              </a:buClr>
              <a:buSzPts val="3600"/>
              <a:buFont typeface="Calibri"/>
              <a:buNone/>
              <a:defRPr sz="3600">
                <a:solidFill>
                  <a:srgbClr val="D47A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601670" y="1197405"/>
            <a:ext cx="7940660" cy="3512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>
                <a:solidFill>
                  <a:schemeClr val="lt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–"/>
              <a:defRPr>
                <a:solidFill>
                  <a:schemeClr val="lt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>
                <a:solidFill>
                  <a:schemeClr val="lt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601670" y="281175"/>
            <a:ext cx="6413610" cy="91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3600"/>
              <a:buFont typeface="Calibri"/>
              <a:buNone/>
              <a:defRPr sz="3600">
                <a:solidFill>
                  <a:srgbClr val="E36C0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601670" y="1197405"/>
            <a:ext cx="6413610" cy="335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>
                <a:solidFill>
                  <a:schemeClr val="dk1"/>
                </a:solidFill>
              </a:defRPr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601671" y="433880"/>
            <a:ext cx="7940660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D47A02"/>
              </a:buClr>
              <a:buSzPts val="3600"/>
              <a:buFont typeface="Calibri"/>
              <a:buNone/>
              <a:defRPr sz="3600">
                <a:solidFill>
                  <a:srgbClr val="D47A0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536877" y="1655520"/>
            <a:ext cx="4040188" cy="4581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536877" y="2113635"/>
            <a:ext cx="4040188" cy="22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10"/>
          <p:cNvSpPr txBox="1"/>
          <p:nvPr>
            <p:ph idx="3" type="body"/>
          </p:nvPr>
        </p:nvSpPr>
        <p:spPr>
          <a:xfrm>
            <a:off x="4572000" y="1655520"/>
            <a:ext cx="4041775" cy="4581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4" type="body"/>
          </p:nvPr>
        </p:nvSpPr>
        <p:spPr>
          <a:xfrm>
            <a:off x="4572000" y="2113636"/>
            <a:ext cx="4041775" cy="2290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indent="-355600" lvl="1" marL="914400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–"/>
              <a:defRPr sz="2000">
                <a:solidFill>
                  <a:schemeClr val="lt1"/>
                </a:solidFill>
              </a:defRPr>
            </a:lvl2pPr>
            <a:lvl3pPr indent="-342900" lvl="2" marL="137160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30200" lvl="3" marL="18288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–"/>
              <a:defRPr sz="1600">
                <a:solidFill>
                  <a:schemeClr val="lt1"/>
                </a:solidFill>
              </a:defRPr>
            </a:lvl4pPr>
            <a:lvl5pPr indent="-330200" lvl="4" marL="2286000" algn="ctr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»"/>
              <a:defRPr sz="1600">
                <a:solidFill>
                  <a:schemeClr val="lt1"/>
                </a:solidFill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40164" y="2769394"/>
            <a:ext cx="1463675" cy="392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6"/>
          <p:cNvSpPr txBox="1"/>
          <p:nvPr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This presentation uses a free template provided by FPPT.com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www.free-power-point-templates.com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601670" y="4251505"/>
            <a:ext cx="7940660" cy="6108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47A02"/>
              </a:buClr>
              <a:buSzPts val="2800"/>
              <a:buNone/>
            </a:pPr>
            <a:r>
              <a:rPr lang="en-US"/>
              <a:t>Meledath Studio</a:t>
            </a:r>
            <a:endParaRPr/>
          </a:p>
        </p:txBody>
      </p:sp>
      <p:sp>
        <p:nvSpPr>
          <p:cNvPr id="97" name="Google Shape;97;p1"/>
          <p:cNvSpPr txBox="1"/>
          <p:nvPr>
            <p:ph type="ctrTitle"/>
          </p:nvPr>
        </p:nvSpPr>
        <p:spPr>
          <a:xfrm>
            <a:off x="601670" y="2724455"/>
            <a:ext cx="7940660" cy="152705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601670" y="433880"/>
            <a:ext cx="7940660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47A02"/>
              </a:buClr>
              <a:buSzPts val="36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601670" y="1197405"/>
            <a:ext cx="7940660" cy="3512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Make Effective Presentations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Using Awesome Backgrounds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Engage your Audience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Capture Audience Attention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601670" y="281175"/>
            <a:ext cx="6413610" cy="916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36C09"/>
              </a:buClr>
              <a:buSzPts val="36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601670" y="1197405"/>
            <a:ext cx="6413610" cy="3359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Make Effective Presentations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Awesome Backgrounds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Engage your Audience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Capture Audience Attention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>
            <p:ph type="title"/>
          </p:nvPr>
        </p:nvSpPr>
        <p:spPr>
          <a:xfrm>
            <a:off x="601671" y="433880"/>
            <a:ext cx="7940660" cy="76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47A02"/>
              </a:buClr>
              <a:buSzPts val="3600"/>
              <a:buFont typeface="Calibri"/>
              <a:buNone/>
            </a:pPr>
            <a:r>
              <a:rPr lang="en-US"/>
              <a:t>Slide Title</a:t>
            </a:r>
            <a:endParaRPr/>
          </a:p>
        </p:txBody>
      </p:sp>
      <p:sp>
        <p:nvSpPr>
          <p:cNvPr id="115" name="Google Shape;115;p4"/>
          <p:cNvSpPr txBox="1"/>
          <p:nvPr>
            <p:ph idx="1" type="body"/>
          </p:nvPr>
        </p:nvSpPr>
        <p:spPr>
          <a:xfrm>
            <a:off x="536877" y="1655520"/>
            <a:ext cx="4040188" cy="4581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Product A</a:t>
            </a:r>
            <a:endParaRPr/>
          </a:p>
        </p:txBody>
      </p:sp>
      <p:sp>
        <p:nvSpPr>
          <p:cNvPr id="116" name="Google Shape;116;p4"/>
          <p:cNvSpPr txBox="1"/>
          <p:nvPr>
            <p:ph idx="2" type="body"/>
          </p:nvPr>
        </p:nvSpPr>
        <p:spPr>
          <a:xfrm>
            <a:off x="536877" y="2113635"/>
            <a:ext cx="4040188" cy="22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1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2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3</a:t>
            </a:r>
            <a:endParaRPr/>
          </a:p>
        </p:txBody>
      </p:sp>
      <p:sp>
        <p:nvSpPr>
          <p:cNvPr id="117" name="Google Shape;117;p4"/>
          <p:cNvSpPr txBox="1"/>
          <p:nvPr>
            <p:ph idx="3" type="body"/>
          </p:nvPr>
        </p:nvSpPr>
        <p:spPr>
          <a:xfrm>
            <a:off x="4572000" y="1655520"/>
            <a:ext cx="4041775" cy="4581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Product B</a:t>
            </a:r>
            <a:endParaRPr/>
          </a:p>
        </p:txBody>
      </p:sp>
      <p:sp>
        <p:nvSpPr>
          <p:cNvPr id="118" name="Google Shape;118;p4"/>
          <p:cNvSpPr txBox="1"/>
          <p:nvPr>
            <p:ph idx="4" type="body"/>
          </p:nvPr>
        </p:nvSpPr>
        <p:spPr>
          <a:xfrm>
            <a:off x="4572000" y="2113636"/>
            <a:ext cx="4041775" cy="22905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1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2</a:t>
            </a:r>
            <a:endParaRPr/>
          </a:p>
          <a:p>
            <a:pPr indent="-342900" lvl="0" marL="34290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/>
              <a:t>Feature 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2017-08-01T15:40:51Z</dcterms:created>
</cp:coreProperties>
</file>