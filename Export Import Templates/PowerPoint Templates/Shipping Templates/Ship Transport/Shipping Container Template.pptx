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guFiPRxhL/bvH0rqySs6t+c9cY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ctrTitle"/>
          </p:nvPr>
        </p:nvSpPr>
        <p:spPr>
          <a:xfrm>
            <a:off x="822438" y="2131142"/>
            <a:ext cx="7989723" cy="164444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subTitle"/>
          </p:nvPr>
        </p:nvSpPr>
        <p:spPr>
          <a:xfrm>
            <a:off x="837192" y="3805093"/>
            <a:ext cx="7975483" cy="685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b="0" i="0" sz="2800">
                <a:solidFill>
                  <a:srgbClr val="FFC000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441590" y="224334"/>
            <a:ext cx="8246070" cy="763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Calibri"/>
              <a:buNone/>
              <a:defRPr sz="3600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426843" y="1415845"/>
            <a:ext cx="8246070" cy="312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2839065" y="450782"/>
            <a:ext cx="5847733" cy="725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Calibri"/>
              <a:buNone/>
              <a:defRPr sz="3600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2839065" y="1214307"/>
            <a:ext cx="5847733" cy="3511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532691" y="234772"/>
            <a:ext cx="8093365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Calibri"/>
              <a:buNone/>
              <a:defRPr sz="3600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536879" y="15965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536879" y="2068932"/>
            <a:ext cx="4040188" cy="22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solidFill>
                  <a:schemeClr val="dk1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10"/>
          <p:cNvSpPr txBox="1"/>
          <p:nvPr>
            <p:ph idx="3" type="body"/>
          </p:nvPr>
        </p:nvSpPr>
        <p:spPr>
          <a:xfrm>
            <a:off x="4572000" y="15965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4" type="body"/>
          </p:nvPr>
        </p:nvSpPr>
        <p:spPr>
          <a:xfrm>
            <a:off x="4572000" y="2068932"/>
            <a:ext cx="4041775" cy="22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solidFill>
                  <a:schemeClr val="dk1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:\websites\free-power-point-templates\2012\logos.png"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6"/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This presentation uses a free template provided by FPPT.com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www.free-power-point-templates.com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475850" y="2197511"/>
            <a:ext cx="8203575" cy="136422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490600" y="3575231"/>
            <a:ext cx="8188953" cy="7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441590" y="224334"/>
            <a:ext cx="8246070" cy="763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426843" y="1415845"/>
            <a:ext cx="8246070" cy="312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Make Effective Presentations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Awesome Backgrounds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Engage your Audience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Capture Audience Attention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2839065" y="450782"/>
            <a:ext cx="5847733" cy="725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2839065" y="1214307"/>
            <a:ext cx="5847733" cy="3511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Make Effective Presentations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Using Awesome Backgrounds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Engage your Audience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Capture Audience 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532691" y="234772"/>
            <a:ext cx="8093365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536879" y="15965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Product A</a:t>
            </a:r>
            <a:endParaRPr/>
          </a:p>
        </p:txBody>
      </p:sp>
      <p:sp>
        <p:nvSpPr>
          <p:cNvPr id="116" name="Google Shape;116;p4"/>
          <p:cNvSpPr txBox="1"/>
          <p:nvPr>
            <p:ph idx="2" type="body"/>
          </p:nvPr>
        </p:nvSpPr>
        <p:spPr>
          <a:xfrm>
            <a:off x="536879" y="2068932"/>
            <a:ext cx="4040188" cy="22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Feature 1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Feature 2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Feature 3</a:t>
            </a:r>
            <a:endParaRPr/>
          </a:p>
        </p:txBody>
      </p:sp>
      <p:sp>
        <p:nvSpPr>
          <p:cNvPr id="117" name="Google Shape;117;p4"/>
          <p:cNvSpPr txBox="1"/>
          <p:nvPr>
            <p:ph idx="3" type="body"/>
          </p:nvPr>
        </p:nvSpPr>
        <p:spPr>
          <a:xfrm>
            <a:off x="4572000" y="15965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Product B</a:t>
            </a:r>
            <a:endParaRPr/>
          </a:p>
        </p:txBody>
      </p:sp>
      <p:sp>
        <p:nvSpPr>
          <p:cNvPr id="118" name="Google Shape;118;p4"/>
          <p:cNvSpPr txBox="1"/>
          <p:nvPr>
            <p:ph idx="4" type="body"/>
          </p:nvPr>
        </p:nvSpPr>
        <p:spPr>
          <a:xfrm>
            <a:off x="4572000" y="2068932"/>
            <a:ext cx="4041775" cy="22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Feature 1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Feature 2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Feature 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2017-08-01T15:40:51Z</dcterms:created>
</cp:coreProperties>
</file>