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iJLDA30TamZmePSl4aNKRhVOEE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type="ctrTitle"/>
          </p:nvPr>
        </p:nvSpPr>
        <p:spPr>
          <a:xfrm>
            <a:off x="601670" y="3029866"/>
            <a:ext cx="8093364" cy="138382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" type="subTitle"/>
          </p:nvPr>
        </p:nvSpPr>
        <p:spPr>
          <a:xfrm>
            <a:off x="601670" y="4404211"/>
            <a:ext cx="8093366" cy="610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  <a:defRPr b="0" i="0" sz="2800">
                <a:solidFill>
                  <a:srgbClr val="002060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>
            <a:off x="448965" y="0"/>
            <a:ext cx="8246070" cy="891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alibri"/>
              <a:buNone/>
              <a:defRPr sz="3600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448966" y="1350111"/>
            <a:ext cx="8246070" cy="3359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>
                <a:solidFill>
                  <a:schemeClr val="lt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  <a:defRPr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2739539" y="433880"/>
            <a:ext cx="5955495" cy="572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2739539" y="1198559"/>
            <a:ext cx="5955495" cy="3511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 sz="2800">
                <a:solidFill>
                  <a:srgbClr val="002060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–"/>
              <a:defRPr>
                <a:solidFill>
                  <a:srgbClr val="002060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  <a:defRPr>
                <a:solidFill>
                  <a:srgbClr val="002060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–"/>
              <a:defRPr>
                <a:solidFill>
                  <a:srgbClr val="002060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002060"/>
              </a:buClr>
              <a:buSzPts val="2000"/>
              <a:buChar char="»"/>
              <a:defRPr>
                <a:solidFill>
                  <a:srgbClr val="002060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48964" y="128470"/>
            <a:ext cx="8246071" cy="76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alibri"/>
              <a:buNone/>
              <a:defRPr sz="3600">
                <a:solidFill>
                  <a:srgbClr val="0020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536879" y="1834819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0"/>
          <p:cNvSpPr txBox="1"/>
          <p:nvPr>
            <p:ph idx="2" type="body"/>
          </p:nvPr>
        </p:nvSpPr>
        <p:spPr>
          <a:xfrm>
            <a:off x="536879" y="2266339"/>
            <a:ext cx="4040188" cy="2137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55600" lvl="1" marL="91440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2pPr>
            <a:lvl3pPr indent="-342900" lvl="2" marL="1371600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10"/>
          <p:cNvSpPr txBox="1"/>
          <p:nvPr>
            <p:ph idx="3" type="body"/>
          </p:nvPr>
        </p:nvSpPr>
        <p:spPr>
          <a:xfrm>
            <a:off x="4572000" y="1834819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4" type="body"/>
          </p:nvPr>
        </p:nvSpPr>
        <p:spPr>
          <a:xfrm>
            <a:off x="4572000" y="2266339"/>
            <a:ext cx="4041775" cy="2137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55600" lvl="1" marL="91440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2pPr>
            <a:lvl3pPr indent="-342900" lvl="2" marL="1371600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E:\websites\free-power-point-templates\2012\logos.png" id="91" name="Google Shape;9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6"/>
          <p:cNvSpPr txBox="1"/>
          <p:nvPr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This presentation uses a free template provided by FPPT.com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www.free-power-point-templates.com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601670" y="3029866"/>
            <a:ext cx="8093364" cy="1383822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601670" y="4404211"/>
            <a:ext cx="8093366" cy="610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D47A02"/>
              </a:buClr>
              <a:buSzPct val="100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Meledath Studio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448965" y="0"/>
            <a:ext cx="8246070" cy="891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448966" y="1350111"/>
            <a:ext cx="8246070" cy="3359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Make Effective Presentations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Using Awesome Backgrounds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Engage your Audience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Capture Audience Attention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2739539" y="433880"/>
            <a:ext cx="5955495" cy="572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2739539" y="1198559"/>
            <a:ext cx="5955495" cy="3511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Make Effective Presentations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Using Awesome Backgrounds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Engage your Audience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/>
              <a:t>Capture Audience Attention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448964" y="128470"/>
            <a:ext cx="8246071" cy="76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536879" y="1834819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Product A</a:t>
            </a:r>
            <a:endParaRPr/>
          </a:p>
        </p:txBody>
      </p:sp>
      <p:sp>
        <p:nvSpPr>
          <p:cNvPr id="116" name="Google Shape;116;p4"/>
          <p:cNvSpPr txBox="1"/>
          <p:nvPr>
            <p:ph idx="2" type="body"/>
          </p:nvPr>
        </p:nvSpPr>
        <p:spPr>
          <a:xfrm>
            <a:off x="536879" y="2266339"/>
            <a:ext cx="4040188" cy="2137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1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2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3</a:t>
            </a:r>
            <a:endParaRPr/>
          </a:p>
        </p:txBody>
      </p:sp>
      <p:sp>
        <p:nvSpPr>
          <p:cNvPr id="117" name="Google Shape;117;p4"/>
          <p:cNvSpPr txBox="1"/>
          <p:nvPr>
            <p:ph idx="3" type="body"/>
          </p:nvPr>
        </p:nvSpPr>
        <p:spPr>
          <a:xfrm>
            <a:off x="4572000" y="1834819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Product B</a:t>
            </a:r>
            <a:endParaRPr/>
          </a:p>
        </p:txBody>
      </p:sp>
      <p:sp>
        <p:nvSpPr>
          <p:cNvPr id="118" name="Google Shape;118;p4"/>
          <p:cNvSpPr txBox="1"/>
          <p:nvPr>
            <p:ph idx="4" type="body"/>
          </p:nvPr>
        </p:nvSpPr>
        <p:spPr>
          <a:xfrm>
            <a:off x="4572000" y="2266339"/>
            <a:ext cx="4041775" cy="21378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1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2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2013-08-21T19:17:07Z</dcterms:created>
  <dc:creator>Julian</dc:creator>
</cp:coreProperties>
</file>